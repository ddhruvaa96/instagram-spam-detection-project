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256" r:id="rId5"/>
    <p:sldId id="270" r:id="rId6"/>
    <p:sldId id="271" r:id="rId7"/>
    <p:sldId id="272" r:id="rId8"/>
    <p:sldId id="273" r:id="rId9"/>
    <p:sldId id="275" r:id="rId10"/>
    <p:sldId id="276" r:id="rId11"/>
    <p:sldId id="277" r:id="rId12"/>
    <p:sldId id="278" r:id="rId13"/>
    <p:sldId id="279" r:id="rId14"/>
    <p:sldId id="261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03E0EF-03CC-49EC-B6ED-C61D9821FF2C}" v="29" dt="2026-07-15T19:35:07.57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82" d="100"/>
          <a:sy n="82" d="100"/>
        </p:scale>
        <p:origin x="720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58" d="100"/>
          <a:sy n="58" d="100"/>
        </p:scale>
        <p:origin x="1974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hruva Mishra" userId="60d0c5196c14d497" providerId="LiveId" clId="{00C91A6D-3F68-44A7-A737-8DB8BD947E8B}"/>
    <pc:docChg chg="undo custSel addSld delSld modSld">
      <pc:chgData name="Dhruva Mishra" userId="60d0c5196c14d497" providerId="LiveId" clId="{00C91A6D-3F68-44A7-A737-8DB8BD947E8B}" dt="2026-07-15T19:39:25.026" v="355" actId="14100"/>
      <pc:docMkLst>
        <pc:docMk/>
      </pc:docMkLst>
      <pc:sldChg chg="del">
        <pc:chgData name="Dhruva Mishra" userId="60d0c5196c14d497" providerId="LiveId" clId="{00C91A6D-3F68-44A7-A737-8DB8BD947E8B}" dt="2026-07-15T19:23:07.631" v="168" actId="2696"/>
        <pc:sldMkLst>
          <pc:docMk/>
          <pc:sldMk cId="4010278615" sldId="258"/>
        </pc:sldMkLst>
      </pc:sldChg>
      <pc:sldChg chg="del">
        <pc:chgData name="Dhruva Mishra" userId="60d0c5196c14d497" providerId="LiveId" clId="{00C91A6D-3F68-44A7-A737-8DB8BD947E8B}" dt="2026-07-15T19:23:11.690" v="169" actId="2696"/>
        <pc:sldMkLst>
          <pc:docMk/>
          <pc:sldMk cId="2853788422" sldId="259"/>
        </pc:sldMkLst>
      </pc:sldChg>
      <pc:sldChg chg="del">
        <pc:chgData name="Dhruva Mishra" userId="60d0c5196c14d497" providerId="LiveId" clId="{00C91A6D-3F68-44A7-A737-8DB8BD947E8B}" dt="2026-07-15T19:23:21.557" v="170" actId="2696"/>
        <pc:sldMkLst>
          <pc:docMk/>
          <pc:sldMk cId="4224509479" sldId="260"/>
        </pc:sldMkLst>
      </pc:sldChg>
      <pc:sldChg chg="addSp delSp modSp mod chgLayout">
        <pc:chgData name="Dhruva Mishra" userId="60d0c5196c14d497" providerId="LiveId" clId="{00C91A6D-3F68-44A7-A737-8DB8BD947E8B}" dt="2026-07-15T19:26:27.751" v="266" actId="20577"/>
        <pc:sldMkLst>
          <pc:docMk/>
          <pc:sldMk cId="132884364" sldId="261"/>
        </pc:sldMkLst>
        <pc:spChg chg="mod ord">
          <ac:chgData name="Dhruva Mishra" userId="60d0c5196c14d497" providerId="LiveId" clId="{00C91A6D-3F68-44A7-A737-8DB8BD947E8B}" dt="2026-07-15T19:26:27.751" v="266" actId="20577"/>
          <ac:spMkLst>
            <pc:docMk/>
            <pc:sldMk cId="132884364" sldId="261"/>
            <ac:spMk id="2" creationId="{00000000-0000-0000-0000-000000000000}"/>
          </ac:spMkLst>
        </pc:spChg>
        <pc:spChg chg="del">
          <ac:chgData name="Dhruva Mishra" userId="60d0c5196c14d497" providerId="LiveId" clId="{00C91A6D-3F68-44A7-A737-8DB8BD947E8B}" dt="2026-07-15T19:25:01.060" v="218" actId="6264"/>
          <ac:spMkLst>
            <pc:docMk/>
            <pc:sldMk cId="132884364" sldId="261"/>
            <ac:spMk id="3" creationId="{00000000-0000-0000-0000-000000000000}"/>
          </ac:spMkLst>
        </pc:spChg>
        <pc:spChg chg="add del mod">
          <ac:chgData name="Dhruva Mishra" userId="60d0c5196c14d497" providerId="LiveId" clId="{00C91A6D-3F68-44A7-A737-8DB8BD947E8B}" dt="2026-07-15T19:25:01.060" v="218" actId="6264"/>
          <ac:spMkLst>
            <pc:docMk/>
            <pc:sldMk cId="132884364" sldId="261"/>
            <ac:spMk id="4" creationId="{B9AD4BDB-106F-330F-DF78-41C8C897C13E}"/>
          </ac:spMkLst>
        </pc:spChg>
        <pc:spChg chg="add del mod ord">
          <ac:chgData name="Dhruva Mishra" userId="60d0c5196c14d497" providerId="LiveId" clId="{00C91A6D-3F68-44A7-A737-8DB8BD947E8B}" dt="2026-07-15T19:26:02.799" v="222" actId="21"/>
          <ac:spMkLst>
            <pc:docMk/>
            <pc:sldMk cId="132884364" sldId="261"/>
            <ac:spMk id="5" creationId="{84FC3CF5-97E0-34CF-1389-AA18F3436911}"/>
          </ac:spMkLst>
        </pc:spChg>
      </pc:sldChg>
      <pc:sldChg chg="del">
        <pc:chgData name="Dhruva Mishra" userId="60d0c5196c14d497" providerId="LiveId" clId="{00C91A6D-3F68-44A7-A737-8DB8BD947E8B}" dt="2026-07-15T19:24:37.853" v="214" actId="2696"/>
        <pc:sldMkLst>
          <pc:docMk/>
          <pc:sldMk cId="2224495804" sldId="262"/>
        </pc:sldMkLst>
      </pc:sldChg>
      <pc:sldChg chg="del">
        <pc:chgData name="Dhruva Mishra" userId="60d0c5196c14d497" providerId="LiveId" clId="{00C91A6D-3F68-44A7-A737-8DB8BD947E8B}" dt="2026-07-15T19:24:44.450" v="215" actId="2696"/>
        <pc:sldMkLst>
          <pc:docMk/>
          <pc:sldMk cId="1527004159" sldId="263"/>
        </pc:sldMkLst>
      </pc:sldChg>
      <pc:sldChg chg="del">
        <pc:chgData name="Dhruva Mishra" userId="60d0c5196c14d497" providerId="LiveId" clId="{00C91A6D-3F68-44A7-A737-8DB8BD947E8B}" dt="2026-07-15T19:24:51.668" v="217" actId="2696"/>
        <pc:sldMkLst>
          <pc:docMk/>
          <pc:sldMk cId="1800380133" sldId="264"/>
        </pc:sldMkLst>
      </pc:sldChg>
      <pc:sldChg chg="del">
        <pc:chgData name="Dhruva Mishra" userId="60d0c5196c14d497" providerId="LiveId" clId="{00C91A6D-3F68-44A7-A737-8DB8BD947E8B}" dt="2026-07-15T19:24:48.647" v="216" actId="2696"/>
        <pc:sldMkLst>
          <pc:docMk/>
          <pc:sldMk cId="3197023440" sldId="265"/>
        </pc:sldMkLst>
      </pc:sldChg>
      <pc:sldChg chg="del">
        <pc:chgData name="Dhruva Mishra" userId="60d0c5196c14d497" providerId="LiveId" clId="{00C91A6D-3F68-44A7-A737-8DB8BD947E8B}" dt="2026-07-15T19:23:33.138" v="171" actId="2696"/>
        <pc:sldMkLst>
          <pc:docMk/>
          <pc:sldMk cId="3683544629" sldId="266"/>
        </pc:sldMkLst>
      </pc:sldChg>
      <pc:sldChg chg="modSp del mod">
        <pc:chgData name="Dhruva Mishra" userId="60d0c5196c14d497" providerId="LiveId" clId="{00C91A6D-3F68-44A7-A737-8DB8BD947E8B}" dt="2026-07-15T19:24:27.464" v="213" actId="2696"/>
        <pc:sldMkLst>
          <pc:docMk/>
          <pc:sldMk cId="1315647518" sldId="268"/>
        </pc:sldMkLst>
        <pc:spChg chg="mod">
          <ac:chgData name="Dhruva Mishra" userId="60d0c5196c14d497" providerId="LiveId" clId="{00C91A6D-3F68-44A7-A737-8DB8BD947E8B}" dt="2026-07-15T19:23:49.681" v="212" actId="20577"/>
          <ac:spMkLst>
            <pc:docMk/>
            <pc:sldMk cId="1315647518" sldId="268"/>
            <ac:spMk id="2" creationId="{00000000-0000-0000-0000-000000000000}"/>
          </ac:spMkLst>
        </pc:spChg>
      </pc:sldChg>
      <pc:sldChg chg="del">
        <pc:chgData name="Dhruva Mishra" userId="60d0c5196c14d497" providerId="LiveId" clId="{00C91A6D-3F68-44A7-A737-8DB8BD947E8B}" dt="2026-07-15T19:23:00.923" v="167" actId="2696"/>
        <pc:sldMkLst>
          <pc:docMk/>
          <pc:sldMk cId="281515415" sldId="274"/>
        </pc:sldMkLst>
      </pc:sldChg>
      <pc:sldChg chg="addSp modSp new mod">
        <pc:chgData name="Dhruva Mishra" userId="60d0c5196c14d497" providerId="LiveId" clId="{00C91A6D-3F68-44A7-A737-8DB8BD947E8B}" dt="2026-07-15T19:38:19.492" v="350" actId="113"/>
        <pc:sldMkLst>
          <pc:docMk/>
          <pc:sldMk cId="705548361" sldId="276"/>
        </pc:sldMkLst>
        <pc:spChg chg="mod">
          <ac:chgData name="Dhruva Mishra" userId="60d0c5196c14d497" providerId="LiveId" clId="{00C91A6D-3F68-44A7-A737-8DB8BD947E8B}" dt="2026-07-15T18:52:48.265" v="6" actId="255"/>
          <ac:spMkLst>
            <pc:docMk/>
            <pc:sldMk cId="705548361" sldId="276"/>
            <ac:spMk id="2" creationId="{7ED86325-06BC-0E98-32C5-A056CEE0D509}"/>
          </ac:spMkLst>
        </pc:spChg>
        <pc:spChg chg="mod">
          <ac:chgData name="Dhruva Mishra" userId="60d0c5196c14d497" providerId="LiveId" clId="{00C91A6D-3F68-44A7-A737-8DB8BD947E8B}" dt="2026-07-15T19:32:30.041" v="311"/>
          <ac:spMkLst>
            <pc:docMk/>
            <pc:sldMk cId="705548361" sldId="276"/>
            <ac:spMk id="3" creationId="{291B4CBE-8701-D04B-86B2-CA6250B242C4}"/>
          </ac:spMkLst>
        </pc:spChg>
        <pc:spChg chg="mod">
          <ac:chgData name="Dhruva Mishra" userId="60d0c5196c14d497" providerId="LiveId" clId="{00C91A6D-3F68-44A7-A737-8DB8BD947E8B}" dt="2026-07-15T19:35:27.335" v="329" actId="1076"/>
          <ac:spMkLst>
            <pc:docMk/>
            <pc:sldMk cId="705548361" sldId="276"/>
            <ac:spMk id="4" creationId="{F715DF5C-10A9-D9E1-2342-7063F77408A5}"/>
          </ac:spMkLst>
        </pc:spChg>
        <pc:spChg chg="add mod">
          <ac:chgData name="Dhruva Mishra" userId="60d0c5196c14d497" providerId="LiveId" clId="{00C91A6D-3F68-44A7-A737-8DB8BD947E8B}" dt="2026-07-15T19:37:59.264" v="347" actId="1076"/>
          <ac:spMkLst>
            <pc:docMk/>
            <pc:sldMk cId="705548361" sldId="276"/>
            <ac:spMk id="7" creationId="{83DD2008-5808-18D1-4B36-22E742BC1D13}"/>
          </ac:spMkLst>
        </pc:spChg>
        <pc:spChg chg="add mod">
          <ac:chgData name="Dhruva Mishra" userId="60d0c5196c14d497" providerId="LiveId" clId="{00C91A6D-3F68-44A7-A737-8DB8BD947E8B}" dt="2026-07-15T19:37:20.783" v="342" actId="1076"/>
          <ac:spMkLst>
            <pc:docMk/>
            <pc:sldMk cId="705548361" sldId="276"/>
            <ac:spMk id="8" creationId="{0F905563-F161-C3EF-148D-876D77782CB9}"/>
          </ac:spMkLst>
        </pc:spChg>
        <pc:graphicFrameChg chg="add mod modGraphic">
          <ac:chgData name="Dhruva Mishra" userId="60d0c5196c14d497" providerId="LiveId" clId="{00C91A6D-3F68-44A7-A737-8DB8BD947E8B}" dt="2026-07-15T19:38:19.492" v="350" actId="113"/>
          <ac:graphicFrameMkLst>
            <pc:docMk/>
            <pc:sldMk cId="705548361" sldId="276"/>
            <ac:graphicFrameMk id="5" creationId="{BC069AFB-4336-B22B-A26F-30C26057296C}"/>
          </ac:graphicFrameMkLst>
        </pc:graphicFrameChg>
        <pc:graphicFrameChg chg="add mod modGraphic">
          <ac:chgData name="Dhruva Mishra" userId="60d0c5196c14d497" providerId="LiveId" clId="{00C91A6D-3F68-44A7-A737-8DB8BD947E8B}" dt="2026-07-15T19:38:11.295" v="349" actId="113"/>
          <ac:graphicFrameMkLst>
            <pc:docMk/>
            <pc:sldMk cId="705548361" sldId="276"/>
            <ac:graphicFrameMk id="6" creationId="{E5B5E8B3-95D6-556C-47AD-24FC60B68E0D}"/>
          </ac:graphicFrameMkLst>
        </pc:graphicFrameChg>
      </pc:sldChg>
      <pc:sldChg chg="addSp modSp new mod">
        <pc:chgData name="Dhruva Mishra" userId="60d0c5196c14d497" providerId="LiveId" clId="{00C91A6D-3F68-44A7-A737-8DB8BD947E8B}" dt="2026-07-15T19:18:58.467" v="134" actId="14100"/>
        <pc:sldMkLst>
          <pc:docMk/>
          <pc:sldMk cId="126988356" sldId="277"/>
        </pc:sldMkLst>
        <pc:spChg chg="mod">
          <ac:chgData name="Dhruva Mishra" userId="60d0c5196c14d497" providerId="LiveId" clId="{00C91A6D-3F68-44A7-A737-8DB8BD947E8B}" dt="2026-07-15T18:57:08.198" v="79" actId="255"/>
          <ac:spMkLst>
            <pc:docMk/>
            <pc:sldMk cId="126988356" sldId="277"/>
            <ac:spMk id="2" creationId="{E2D05B96-1017-9E5D-F84C-76C30F369C96}"/>
          </ac:spMkLst>
        </pc:spChg>
        <pc:spChg chg="add mod">
          <ac:chgData name="Dhruva Mishra" userId="60d0c5196c14d497" providerId="LiveId" clId="{00C91A6D-3F68-44A7-A737-8DB8BD947E8B}" dt="2026-07-15T19:03:33.057" v="116" actId="20577"/>
          <ac:spMkLst>
            <pc:docMk/>
            <pc:sldMk cId="126988356" sldId="277"/>
            <ac:spMk id="3" creationId="{B6FC1384-17DA-1925-2E37-0712FCE0D529}"/>
          </ac:spMkLst>
        </pc:spChg>
        <pc:spChg chg="add mod">
          <ac:chgData name="Dhruva Mishra" userId="60d0c5196c14d497" providerId="LiveId" clId="{00C91A6D-3F68-44A7-A737-8DB8BD947E8B}" dt="2026-07-15T19:03:27.450" v="114" actId="20577"/>
          <ac:spMkLst>
            <pc:docMk/>
            <pc:sldMk cId="126988356" sldId="277"/>
            <ac:spMk id="4" creationId="{E741BBA1-C56D-DC52-9A0A-9349E06B103C}"/>
          </ac:spMkLst>
        </pc:spChg>
        <pc:picChg chg="add mod">
          <ac:chgData name="Dhruva Mishra" userId="60d0c5196c14d497" providerId="LiveId" clId="{00C91A6D-3F68-44A7-A737-8DB8BD947E8B}" dt="2026-07-15T19:09:35.679" v="124" actId="1076"/>
          <ac:picMkLst>
            <pc:docMk/>
            <pc:sldMk cId="126988356" sldId="277"/>
            <ac:picMk id="6" creationId="{BAD3ED3A-9B75-D245-C5FE-9A1982358F9D}"/>
          </ac:picMkLst>
        </pc:picChg>
        <pc:picChg chg="add mod">
          <ac:chgData name="Dhruva Mishra" userId="60d0c5196c14d497" providerId="LiveId" clId="{00C91A6D-3F68-44A7-A737-8DB8BD947E8B}" dt="2026-07-15T19:18:58.467" v="134" actId="14100"/>
          <ac:picMkLst>
            <pc:docMk/>
            <pc:sldMk cId="126988356" sldId="277"/>
            <ac:picMk id="8" creationId="{EA21DFA0-40D1-0EB7-4980-9D6E9DEFAD7C}"/>
          </ac:picMkLst>
        </pc:picChg>
      </pc:sldChg>
      <pc:sldChg chg="modSp new mod">
        <pc:chgData name="Dhruva Mishra" userId="60d0c5196c14d497" providerId="LiveId" clId="{00C91A6D-3F68-44A7-A737-8DB8BD947E8B}" dt="2026-07-15T19:21:16.760" v="153" actId="255"/>
        <pc:sldMkLst>
          <pc:docMk/>
          <pc:sldMk cId="3866926834" sldId="278"/>
        </pc:sldMkLst>
        <pc:spChg chg="mod">
          <ac:chgData name="Dhruva Mishra" userId="60d0c5196c14d497" providerId="LiveId" clId="{00C91A6D-3F68-44A7-A737-8DB8BD947E8B}" dt="2026-07-15T19:21:01.770" v="151" actId="255"/>
          <ac:spMkLst>
            <pc:docMk/>
            <pc:sldMk cId="3866926834" sldId="278"/>
            <ac:spMk id="2" creationId="{6A3E8BDF-6976-9140-EBFE-BE43DFE7F843}"/>
          </ac:spMkLst>
        </pc:spChg>
        <pc:spChg chg="mod">
          <ac:chgData name="Dhruva Mishra" userId="60d0c5196c14d497" providerId="LiveId" clId="{00C91A6D-3F68-44A7-A737-8DB8BD947E8B}" dt="2026-07-15T19:21:10.856" v="152" actId="255"/>
          <ac:spMkLst>
            <pc:docMk/>
            <pc:sldMk cId="3866926834" sldId="278"/>
            <ac:spMk id="3" creationId="{CD674648-6481-BF73-2E38-5DFE735159B7}"/>
          </ac:spMkLst>
        </pc:spChg>
        <pc:spChg chg="mod">
          <ac:chgData name="Dhruva Mishra" userId="60d0c5196c14d497" providerId="LiveId" clId="{00C91A6D-3F68-44A7-A737-8DB8BD947E8B}" dt="2026-07-15T19:21:16.760" v="153" actId="255"/>
          <ac:spMkLst>
            <pc:docMk/>
            <pc:sldMk cId="3866926834" sldId="278"/>
            <ac:spMk id="4" creationId="{F2443266-3E89-3474-F48C-1751877AF354}"/>
          </ac:spMkLst>
        </pc:spChg>
      </pc:sldChg>
      <pc:sldChg chg="modSp new mod">
        <pc:chgData name="Dhruva Mishra" userId="60d0c5196c14d497" providerId="LiveId" clId="{00C91A6D-3F68-44A7-A737-8DB8BD947E8B}" dt="2026-07-15T19:39:25.026" v="355" actId="14100"/>
        <pc:sldMkLst>
          <pc:docMk/>
          <pc:sldMk cId="1177039815" sldId="279"/>
        </pc:sldMkLst>
        <pc:spChg chg="mod">
          <ac:chgData name="Dhruva Mishra" userId="60d0c5196c14d497" providerId="LiveId" clId="{00C91A6D-3F68-44A7-A737-8DB8BD947E8B}" dt="2026-07-15T19:21:52.896" v="156" actId="255"/>
          <ac:spMkLst>
            <pc:docMk/>
            <pc:sldMk cId="1177039815" sldId="279"/>
            <ac:spMk id="2" creationId="{18EC5033-0980-AD57-F0EA-4C041874E2A7}"/>
          </ac:spMkLst>
        </pc:spChg>
        <pc:spChg chg="mod">
          <ac:chgData name="Dhruva Mishra" userId="60d0c5196c14d497" providerId="LiveId" clId="{00C91A6D-3F68-44A7-A737-8DB8BD947E8B}" dt="2026-07-15T19:39:16.629" v="354" actId="14100"/>
          <ac:spMkLst>
            <pc:docMk/>
            <pc:sldMk cId="1177039815" sldId="279"/>
            <ac:spMk id="3" creationId="{D860C29A-BD6B-38C3-8AA4-DEDF338E8307}"/>
          </ac:spMkLst>
        </pc:spChg>
        <pc:spChg chg="mod">
          <ac:chgData name="Dhruva Mishra" userId="60d0c5196c14d497" providerId="LiveId" clId="{00C91A6D-3F68-44A7-A737-8DB8BD947E8B}" dt="2026-07-15T19:39:25.026" v="355" actId="14100"/>
          <ac:spMkLst>
            <pc:docMk/>
            <pc:sldMk cId="1177039815" sldId="279"/>
            <ac:spMk id="4" creationId="{4600636D-D047-5AF2-1143-8CCAA4898979}"/>
          </ac:spMkLst>
        </pc:spChg>
      </pc:sldChg>
      <pc:sldChg chg="modSp new del mod">
        <pc:chgData name="Dhruva Mishra" userId="60d0c5196c14d497" providerId="LiveId" clId="{00C91A6D-3F68-44A7-A737-8DB8BD947E8B}" dt="2026-07-15T19:26:16.657" v="223" actId="2696"/>
        <pc:sldMkLst>
          <pc:docMk/>
          <pc:sldMk cId="1335884729" sldId="280"/>
        </pc:sldMkLst>
        <pc:spChg chg="mod">
          <ac:chgData name="Dhruva Mishra" userId="60d0c5196c14d497" providerId="LiveId" clId="{00C91A6D-3F68-44A7-A737-8DB8BD947E8B}" dt="2026-07-15T19:25:40.655" v="221" actId="27636"/>
          <ac:spMkLst>
            <pc:docMk/>
            <pc:sldMk cId="1335884729" sldId="280"/>
            <ac:spMk id="3" creationId="{E52307A7-081D-8104-3E93-0856D53F2D9F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3127BF1-25F2-4803-B48D-E17C240B5F4B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C8859A31-687D-4EE3-8963-EFC8ED08A845}">
      <dgm:prSet phldrT="[Text]"/>
      <dgm:spPr/>
      <dgm:t>
        <a:bodyPr/>
        <a:lstStyle/>
        <a:p>
          <a:pPr>
            <a:buNone/>
          </a:pPr>
          <a:r>
            <a:rPr lang="en-IN" dirty="0"/>
            <a:t>Dataset</a:t>
          </a:r>
        </a:p>
      </dgm:t>
    </dgm:pt>
    <dgm:pt modelId="{CDEC557E-5D47-42A8-8A45-EE3CECCCC609}" type="parTrans" cxnId="{9898A0F1-11BE-45A8-A6BC-04D4433E00E6}">
      <dgm:prSet/>
      <dgm:spPr/>
      <dgm:t>
        <a:bodyPr/>
        <a:lstStyle/>
        <a:p>
          <a:endParaRPr lang="en-IN"/>
        </a:p>
      </dgm:t>
    </dgm:pt>
    <dgm:pt modelId="{111113F0-5973-4B1A-B80C-BDF19F1D95D7}" type="sibTrans" cxnId="{9898A0F1-11BE-45A8-A6BC-04D4433E00E6}">
      <dgm:prSet/>
      <dgm:spPr/>
      <dgm:t>
        <a:bodyPr/>
        <a:lstStyle/>
        <a:p>
          <a:endParaRPr lang="en-IN"/>
        </a:p>
      </dgm:t>
    </dgm:pt>
    <dgm:pt modelId="{34721073-4E60-4221-B511-1A28C98182A7}">
      <dgm:prSet phldrT="[Text]"/>
      <dgm:spPr/>
      <dgm:t>
        <a:bodyPr/>
        <a:lstStyle/>
        <a:p>
          <a:pPr>
            <a:buNone/>
          </a:pPr>
          <a:r>
            <a:rPr lang="en-IN" dirty="0"/>
            <a:t>The dataset is a collection of data containing the features (inputs) and the target variable used to train and test the model.</a:t>
          </a:r>
        </a:p>
      </dgm:t>
    </dgm:pt>
    <dgm:pt modelId="{9AEF9CD9-3A9F-403D-AFD0-71294620DF81}" type="parTrans" cxnId="{B2A88ED4-751D-428B-93F2-5F9997324303}">
      <dgm:prSet/>
      <dgm:spPr/>
      <dgm:t>
        <a:bodyPr/>
        <a:lstStyle/>
        <a:p>
          <a:endParaRPr lang="en-IN"/>
        </a:p>
      </dgm:t>
    </dgm:pt>
    <dgm:pt modelId="{0BACF408-26BA-4BBA-BC2F-499B76D6FF9B}" type="sibTrans" cxnId="{B2A88ED4-751D-428B-93F2-5F9997324303}">
      <dgm:prSet/>
      <dgm:spPr/>
      <dgm:t>
        <a:bodyPr/>
        <a:lstStyle/>
        <a:p>
          <a:endParaRPr lang="en-IN"/>
        </a:p>
      </dgm:t>
    </dgm:pt>
    <dgm:pt modelId="{6E77D3D3-B903-4A27-B659-0F68EEF44F8B}">
      <dgm:prSet phldrT="[Text]"/>
      <dgm:spPr/>
      <dgm:t>
        <a:bodyPr/>
        <a:lstStyle/>
        <a:p>
          <a:pPr>
            <a:buNone/>
          </a:pPr>
          <a:r>
            <a:rPr lang="en-IN" dirty="0"/>
            <a:t>Data Cleaning</a:t>
          </a:r>
        </a:p>
      </dgm:t>
    </dgm:pt>
    <dgm:pt modelId="{68FF167F-4F7C-4BB6-A68A-9BB30E9B6614}" type="parTrans" cxnId="{EE8278C7-14DB-4B81-9EE0-4054044F16A1}">
      <dgm:prSet/>
      <dgm:spPr/>
      <dgm:t>
        <a:bodyPr/>
        <a:lstStyle/>
        <a:p>
          <a:endParaRPr lang="en-IN"/>
        </a:p>
      </dgm:t>
    </dgm:pt>
    <dgm:pt modelId="{D1FD02BE-1D0E-41EF-A271-EDBE06DC94AE}" type="sibTrans" cxnId="{EE8278C7-14DB-4B81-9EE0-4054044F16A1}">
      <dgm:prSet/>
      <dgm:spPr/>
      <dgm:t>
        <a:bodyPr/>
        <a:lstStyle/>
        <a:p>
          <a:endParaRPr lang="en-IN"/>
        </a:p>
      </dgm:t>
    </dgm:pt>
    <dgm:pt modelId="{D31B3BDA-6AC7-48A7-81A3-3C023CB324C5}">
      <dgm:prSet phldrT="[Text]"/>
      <dgm:spPr/>
      <dgm:t>
        <a:bodyPr/>
        <a:lstStyle/>
        <a:p>
          <a:pPr>
            <a:buNone/>
          </a:pPr>
          <a:r>
            <a:rPr lang="en-IN" dirty="0"/>
            <a:t>Data cleaning removes or corrects missing, duplicate, and incorrect values to improve data quality.</a:t>
          </a:r>
        </a:p>
      </dgm:t>
    </dgm:pt>
    <dgm:pt modelId="{B0BE372D-A0DF-49FB-8063-CE01B0C52EB5}" type="parTrans" cxnId="{911532DC-12C3-4492-84D9-1FAA5D585906}">
      <dgm:prSet/>
      <dgm:spPr/>
      <dgm:t>
        <a:bodyPr/>
        <a:lstStyle/>
        <a:p>
          <a:endParaRPr lang="en-IN"/>
        </a:p>
      </dgm:t>
    </dgm:pt>
    <dgm:pt modelId="{FCC32EDB-D329-42C3-BBC0-B71C70BDBC3A}" type="sibTrans" cxnId="{911532DC-12C3-4492-84D9-1FAA5D585906}">
      <dgm:prSet/>
      <dgm:spPr/>
      <dgm:t>
        <a:bodyPr/>
        <a:lstStyle/>
        <a:p>
          <a:endParaRPr lang="en-IN"/>
        </a:p>
      </dgm:t>
    </dgm:pt>
    <dgm:pt modelId="{38BF2D32-6267-456C-8A9A-C8ECE0DA752F}">
      <dgm:prSet phldrT="[Text]"/>
      <dgm:spPr/>
      <dgm:t>
        <a:bodyPr/>
        <a:lstStyle/>
        <a:p>
          <a:pPr>
            <a:buNone/>
          </a:pPr>
          <a:r>
            <a:rPr lang="en-IN" dirty="0"/>
            <a:t>Exploratory Data Analysis</a:t>
          </a:r>
        </a:p>
      </dgm:t>
    </dgm:pt>
    <dgm:pt modelId="{E57BE5CF-3EF7-4436-AE92-AB071749EFB3}" type="parTrans" cxnId="{1373A730-3EE7-4177-AF94-B997A45E9A57}">
      <dgm:prSet/>
      <dgm:spPr/>
      <dgm:t>
        <a:bodyPr/>
        <a:lstStyle/>
        <a:p>
          <a:endParaRPr lang="en-IN"/>
        </a:p>
      </dgm:t>
    </dgm:pt>
    <dgm:pt modelId="{254DAB3F-A415-4CCA-94E3-A5593117CEED}" type="sibTrans" cxnId="{1373A730-3EE7-4177-AF94-B997A45E9A57}">
      <dgm:prSet/>
      <dgm:spPr/>
      <dgm:t>
        <a:bodyPr/>
        <a:lstStyle/>
        <a:p>
          <a:endParaRPr lang="en-IN"/>
        </a:p>
      </dgm:t>
    </dgm:pt>
    <dgm:pt modelId="{E9970B61-DEE3-4342-B5E9-90337A28494C}">
      <dgm:prSet phldrT="[Text]"/>
      <dgm:spPr/>
      <dgm:t>
        <a:bodyPr/>
        <a:lstStyle/>
        <a:p>
          <a:pPr>
            <a:buNone/>
          </a:pPr>
          <a:r>
            <a:rPr lang="en-IN" dirty="0"/>
            <a:t>EDA helps understand the data by analysing its structure, patterns, relationships, and distributions using statistics and visualizations.</a:t>
          </a:r>
        </a:p>
      </dgm:t>
    </dgm:pt>
    <dgm:pt modelId="{03411AA1-0A78-410B-BB1A-1FCA056FAD63}" type="parTrans" cxnId="{FA615878-3C1A-4416-BAE9-1E580A2E8C96}">
      <dgm:prSet/>
      <dgm:spPr/>
      <dgm:t>
        <a:bodyPr/>
        <a:lstStyle/>
        <a:p>
          <a:endParaRPr lang="en-IN"/>
        </a:p>
      </dgm:t>
    </dgm:pt>
    <dgm:pt modelId="{0EC28534-7908-46E1-A4D3-5FBCAB4767AC}" type="sibTrans" cxnId="{FA615878-3C1A-4416-BAE9-1E580A2E8C96}">
      <dgm:prSet/>
      <dgm:spPr/>
      <dgm:t>
        <a:bodyPr/>
        <a:lstStyle/>
        <a:p>
          <a:endParaRPr lang="en-IN"/>
        </a:p>
      </dgm:t>
    </dgm:pt>
    <dgm:pt modelId="{5EDC764B-0C85-49E2-86DE-2BA74CEC22EE}">
      <dgm:prSet phldrT="[Text]" phldr="0"/>
      <dgm:spPr/>
      <dgm:t>
        <a:bodyPr/>
        <a:lstStyle/>
        <a:p>
          <a:pPr>
            <a:buNone/>
          </a:pPr>
          <a:r>
            <a:rPr lang="en-IN" dirty="0"/>
            <a:t>Input &amp; Target Separation</a:t>
          </a:r>
        </a:p>
      </dgm:t>
    </dgm:pt>
    <dgm:pt modelId="{19537D7C-C73C-43E3-A07C-9EAA305DAB74}" type="parTrans" cxnId="{CD8AE6FF-D6D2-48B4-9806-15DC854347A8}">
      <dgm:prSet/>
      <dgm:spPr/>
      <dgm:t>
        <a:bodyPr/>
        <a:lstStyle/>
        <a:p>
          <a:endParaRPr lang="en-IN"/>
        </a:p>
      </dgm:t>
    </dgm:pt>
    <dgm:pt modelId="{2E84D5C3-93FE-4DB9-9621-46A6B030A9C8}" type="sibTrans" cxnId="{CD8AE6FF-D6D2-48B4-9806-15DC854347A8}">
      <dgm:prSet/>
      <dgm:spPr/>
      <dgm:t>
        <a:bodyPr/>
        <a:lstStyle/>
        <a:p>
          <a:endParaRPr lang="en-IN"/>
        </a:p>
      </dgm:t>
    </dgm:pt>
    <dgm:pt modelId="{18DA48FE-905A-423E-AD96-E93D983AD3E8}">
      <dgm:prSet phldrT="[Text]" phldr="0"/>
      <dgm:spPr/>
      <dgm:t>
        <a:bodyPr/>
        <a:lstStyle/>
        <a:p>
          <a:pPr>
            <a:buNone/>
          </a:pPr>
          <a:r>
            <a:rPr lang="en-IN" dirty="0"/>
            <a:t>The dataset is divided into input features (</a:t>
          </a:r>
          <a:r>
            <a:rPr lang="en-IN" b="1" dirty="0"/>
            <a:t>X</a:t>
          </a:r>
          <a:r>
            <a:rPr lang="en-IN" dirty="0"/>
            <a:t>) used for prediction and the target variable (</a:t>
          </a:r>
          <a:r>
            <a:rPr lang="en-IN" b="1" dirty="0"/>
            <a:t>y</a:t>
          </a:r>
          <a:r>
            <a:rPr lang="en-IN" dirty="0"/>
            <a:t>) that the model learns to </a:t>
          </a:r>
          <a:r>
            <a:rPr lang="en-IN"/>
            <a:t>predict.</a:t>
          </a:r>
          <a:endParaRPr lang="en-IN" dirty="0"/>
        </a:p>
      </dgm:t>
    </dgm:pt>
    <dgm:pt modelId="{C47315A9-6440-47D4-8B31-FCF030F21372}" type="parTrans" cxnId="{557A739D-1807-43D5-859F-B3EE0E6069D2}">
      <dgm:prSet/>
      <dgm:spPr/>
      <dgm:t>
        <a:bodyPr/>
        <a:lstStyle/>
        <a:p>
          <a:endParaRPr lang="en-IN"/>
        </a:p>
      </dgm:t>
    </dgm:pt>
    <dgm:pt modelId="{C34F59CF-9BF1-49C8-AFB3-707B687637EE}" type="sibTrans" cxnId="{557A739D-1807-43D5-859F-B3EE0E6069D2}">
      <dgm:prSet/>
      <dgm:spPr/>
      <dgm:t>
        <a:bodyPr/>
        <a:lstStyle/>
        <a:p>
          <a:endParaRPr lang="en-IN"/>
        </a:p>
      </dgm:t>
    </dgm:pt>
    <dgm:pt modelId="{E916F954-E580-4D50-946D-1E34110BE453}">
      <dgm:prSet phldrT="[Text]" phldr="0"/>
      <dgm:spPr/>
      <dgm:t>
        <a:bodyPr/>
        <a:lstStyle/>
        <a:p>
          <a:pPr>
            <a:buNone/>
          </a:pPr>
          <a:r>
            <a:rPr lang="en-IN" dirty="0"/>
            <a:t>Train-Test Split</a:t>
          </a:r>
        </a:p>
      </dgm:t>
    </dgm:pt>
    <dgm:pt modelId="{8D5F2CE6-8FE0-4AF5-BD4E-A10556DF5729}" type="parTrans" cxnId="{FDC5D55B-5624-4D7B-A01E-D4C1087D1E4C}">
      <dgm:prSet/>
      <dgm:spPr/>
      <dgm:t>
        <a:bodyPr/>
        <a:lstStyle/>
        <a:p>
          <a:endParaRPr lang="en-IN"/>
        </a:p>
      </dgm:t>
    </dgm:pt>
    <dgm:pt modelId="{9C1C8F64-19B3-4D0B-8D8D-EB4FD2AFF46C}" type="sibTrans" cxnId="{FDC5D55B-5624-4D7B-A01E-D4C1087D1E4C}">
      <dgm:prSet/>
      <dgm:spPr/>
      <dgm:t>
        <a:bodyPr/>
        <a:lstStyle/>
        <a:p>
          <a:endParaRPr lang="en-IN"/>
        </a:p>
      </dgm:t>
    </dgm:pt>
    <dgm:pt modelId="{22E8FCBB-CE17-474C-95DB-79D1A7679269}">
      <dgm:prSet phldrT="[Text]" phldr="0"/>
      <dgm:spPr/>
      <dgm:t>
        <a:bodyPr/>
        <a:lstStyle/>
        <a:p>
          <a:pPr>
            <a:buNone/>
          </a:pPr>
          <a:r>
            <a:rPr lang="en-IN" dirty="0"/>
            <a:t>The data is split into training and testing sets so the model can be trained on one portion and evaluated on unseen data.</a:t>
          </a:r>
        </a:p>
      </dgm:t>
    </dgm:pt>
    <dgm:pt modelId="{747A1DB0-94BD-439D-9A5A-186F53277C0B}" type="parTrans" cxnId="{0E1DBE50-27D4-466A-8F94-806FD1054CA0}">
      <dgm:prSet/>
      <dgm:spPr/>
      <dgm:t>
        <a:bodyPr/>
        <a:lstStyle/>
        <a:p>
          <a:endParaRPr lang="en-IN"/>
        </a:p>
      </dgm:t>
    </dgm:pt>
    <dgm:pt modelId="{FAF88F58-742E-46D5-B5E1-22F28BC48F4C}" type="sibTrans" cxnId="{0E1DBE50-27D4-466A-8F94-806FD1054CA0}">
      <dgm:prSet/>
      <dgm:spPr/>
      <dgm:t>
        <a:bodyPr/>
        <a:lstStyle/>
        <a:p>
          <a:endParaRPr lang="en-IN"/>
        </a:p>
      </dgm:t>
    </dgm:pt>
    <dgm:pt modelId="{CCFDFCBA-4057-486E-B7D0-EB6D084DC33F}">
      <dgm:prSet phldrT="[Text]" phldr="0"/>
      <dgm:spPr/>
      <dgm:t>
        <a:bodyPr/>
        <a:lstStyle/>
        <a:p>
          <a:pPr>
            <a:buNone/>
          </a:pPr>
          <a:r>
            <a:rPr lang="en-IN" dirty="0"/>
            <a:t>KNN Model</a:t>
          </a:r>
        </a:p>
      </dgm:t>
    </dgm:pt>
    <dgm:pt modelId="{4C9F6969-F431-4EAE-9421-5E0505127CA9}" type="parTrans" cxnId="{E792F5CD-488C-43E3-9721-38BA46A5BB76}">
      <dgm:prSet/>
      <dgm:spPr/>
      <dgm:t>
        <a:bodyPr/>
        <a:lstStyle/>
        <a:p>
          <a:endParaRPr lang="en-IN"/>
        </a:p>
      </dgm:t>
    </dgm:pt>
    <dgm:pt modelId="{9F77ABA0-3E43-4B89-95E6-864030451723}" type="sibTrans" cxnId="{E792F5CD-488C-43E3-9721-38BA46A5BB76}">
      <dgm:prSet/>
      <dgm:spPr/>
      <dgm:t>
        <a:bodyPr/>
        <a:lstStyle/>
        <a:p>
          <a:endParaRPr lang="en-IN"/>
        </a:p>
      </dgm:t>
    </dgm:pt>
    <dgm:pt modelId="{7C7CD282-C970-40C1-A690-CB6E9FD58637}">
      <dgm:prSet phldrT="[Text]" phldr="0"/>
      <dgm:spPr/>
      <dgm:t>
        <a:bodyPr/>
        <a:lstStyle/>
        <a:p>
          <a:pPr>
            <a:buNone/>
          </a:pPr>
          <a:r>
            <a:rPr lang="en-IN" dirty="0"/>
            <a:t>The K-Nearest Neighbours (KNN) algorithm predicts the class of a new data point based on the majority class of its nearest neighbours.</a:t>
          </a:r>
        </a:p>
      </dgm:t>
    </dgm:pt>
    <dgm:pt modelId="{F8DC56CD-8C82-4295-A59C-73C3A2827048}" type="parTrans" cxnId="{0AF02F44-F420-41C7-BAE7-F122CC51CB8D}">
      <dgm:prSet/>
      <dgm:spPr/>
      <dgm:t>
        <a:bodyPr/>
        <a:lstStyle/>
        <a:p>
          <a:endParaRPr lang="en-IN"/>
        </a:p>
      </dgm:t>
    </dgm:pt>
    <dgm:pt modelId="{8EA5BC77-2516-49C0-94A6-0D9C9F6AD52F}" type="sibTrans" cxnId="{0AF02F44-F420-41C7-BAE7-F122CC51CB8D}">
      <dgm:prSet/>
      <dgm:spPr/>
      <dgm:t>
        <a:bodyPr/>
        <a:lstStyle/>
        <a:p>
          <a:endParaRPr lang="en-IN"/>
        </a:p>
      </dgm:t>
    </dgm:pt>
    <dgm:pt modelId="{7B1A1DB9-C47D-4041-9F2C-1F595D1B2F79}">
      <dgm:prSet phldrT="[Text]" phldr="0"/>
      <dgm:spPr/>
      <dgm:t>
        <a:bodyPr/>
        <a:lstStyle/>
        <a:p>
          <a:pPr>
            <a:buNone/>
          </a:pPr>
          <a:r>
            <a:rPr lang="en-IN" dirty="0"/>
            <a:t>Prediction</a:t>
          </a:r>
        </a:p>
      </dgm:t>
    </dgm:pt>
    <dgm:pt modelId="{E4D0859D-887F-41AF-B7FB-C4836B8CF02A}" type="parTrans" cxnId="{C5086D01-C723-4FE9-92DC-A3976962D3A1}">
      <dgm:prSet/>
      <dgm:spPr/>
      <dgm:t>
        <a:bodyPr/>
        <a:lstStyle/>
        <a:p>
          <a:endParaRPr lang="en-IN"/>
        </a:p>
      </dgm:t>
    </dgm:pt>
    <dgm:pt modelId="{5B7F5DCE-DD9D-43B7-8696-858546F80467}" type="sibTrans" cxnId="{C5086D01-C723-4FE9-92DC-A3976962D3A1}">
      <dgm:prSet/>
      <dgm:spPr/>
      <dgm:t>
        <a:bodyPr/>
        <a:lstStyle/>
        <a:p>
          <a:endParaRPr lang="en-IN"/>
        </a:p>
      </dgm:t>
    </dgm:pt>
    <dgm:pt modelId="{4409E214-498F-4783-B57D-D14C498AE35F}">
      <dgm:prSet phldrT="[Text]" phldr="0"/>
      <dgm:spPr/>
      <dgm:t>
        <a:bodyPr/>
        <a:lstStyle/>
        <a:p>
          <a:pPr>
            <a:buNone/>
          </a:pPr>
          <a:r>
            <a:rPr lang="en-IN" dirty="0"/>
            <a:t>Accuracy Evaluation</a:t>
          </a:r>
        </a:p>
      </dgm:t>
    </dgm:pt>
    <dgm:pt modelId="{C6A71709-6D48-4501-92DA-FFED260DD242}" type="parTrans" cxnId="{F74BEFFC-C999-44AF-99F2-563AF92AC5FE}">
      <dgm:prSet/>
      <dgm:spPr/>
      <dgm:t>
        <a:bodyPr/>
        <a:lstStyle/>
        <a:p>
          <a:endParaRPr lang="en-IN"/>
        </a:p>
      </dgm:t>
    </dgm:pt>
    <dgm:pt modelId="{9DD5BA19-CC5A-4ED9-8381-C6B7B40CAA7C}" type="sibTrans" cxnId="{F74BEFFC-C999-44AF-99F2-563AF92AC5FE}">
      <dgm:prSet/>
      <dgm:spPr/>
      <dgm:t>
        <a:bodyPr/>
        <a:lstStyle/>
        <a:p>
          <a:endParaRPr lang="en-IN"/>
        </a:p>
      </dgm:t>
    </dgm:pt>
    <dgm:pt modelId="{2EFC6F0B-1B97-4AFC-96AD-6370648EA53A}">
      <dgm:prSet phldrT="[Text]" phldr="0"/>
      <dgm:spPr/>
      <dgm:t>
        <a:bodyPr/>
        <a:lstStyle/>
        <a:p>
          <a:pPr>
            <a:buNone/>
          </a:pPr>
          <a:r>
            <a:rPr lang="en-IN" dirty="0"/>
            <a:t>The model's accuracy is calculated by comparing the predicted values with the actual target values to measure its </a:t>
          </a:r>
          <a:r>
            <a:rPr lang="en-IN"/>
            <a:t>performance.</a:t>
          </a:r>
          <a:endParaRPr lang="en-IN" dirty="0"/>
        </a:p>
      </dgm:t>
    </dgm:pt>
    <dgm:pt modelId="{304F67E3-3A5A-4E6E-ADAE-7B62B22C8E8B}" type="parTrans" cxnId="{DB89AD9C-984A-4FAA-83BC-306F71E0D286}">
      <dgm:prSet/>
      <dgm:spPr/>
      <dgm:t>
        <a:bodyPr/>
        <a:lstStyle/>
        <a:p>
          <a:endParaRPr lang="en-IN"/>
        </a:p>
      </dgm:t>
    </dgm:pt>
    <dgm:pt modelId="{402E2869-D9DC-4CCC-B1E1-F433C7D0A86C}" type="sibTrans" cxnId="{DB89AD9C-984A-4FAA-83BC-306F71E0D286}">
      <dgm:prSet/>
      <dgm:spPr/>
      <dgm:t>
        <a:bodyPr/>
        <a:lstStyle/>
        <a:p>
          <a:endParaRPr lang="en-IN"/>
        </a:p>
      </dgm:t>
    </dgm:pt>
    <dgm:pt modelId="{6E894017-D466-4363-9236-86C6A358EF52}">
      <dgm:prSet phldrT="[Text]" phldr="0"/>
      <dgm:spPr/>
      <dgm:t>
        <a:bodyPr/>
        <a:lstStyle/>
        <a:p>
          <a:pPr>
            <a:buNone/>
          </a:pPr>
          <a:r>
            <a:rPr lang="en-IN" dirty="0"/>
            <a:t>The trained KNN model is used to predict the target values for the test data or new unseen data.</a:t>
          </a:r>
        </a:p>
      </dgm:t>
    </dgm:pt>
    <dgm:pt modelId="{74478BFF-5122-41B4-A46A-12742C3D98D3}" type="parTrans" cxnId="{053BF4A2-7465-4AB3-9EBA-2353C2CB03D7}">
      <dgm:prSet/>
      <dgm:spPr/>
      <dgm:t>
        <a:bodyPr/>
        <a:lstStyle/>
        <a:p>
          <a:endParaRPr lang="en-IN"/>
        </a:p>
      </dgm:t>
    </dgm:pt>
    <dgm:pt modelId="{378C8E69-1761-43B8-8CE4-5932DA9D147D}" type="sibTrans" cxnId="{053BF4A2-7465-4AB3-9EBA-2353C2CB03D7}">
      <dgm:prSet/>
      <dgm:spPr/>
      <dgm:t>
        <a:bodyPr/>
        <a:lstStyle/>
        <a:p>
          <a:endParaRPr lang="en-IN"/>
        </a:p>
      </dgm:t>
    </dgm:pt>
    <dgm:pt modelId="{B5E93C2B-6EB9-4516-AED5-A4B9D2607BF6}" type="pres">
      <dgm:prSet presAssocID="{83127BF1-25F2-4803-B48D-E17C240B5F4B}" presName="linearFlow" presStyleCnt="0">
        <dgm:presLayoutVars>
          <dgm:dir/>
          <dgm:animLvl val="lvl"/>
          <dgm:resizeHandles val="exact"/>
        </dgm:presLayoutVars>
      </dgm:prSet>
      <dgm:spPr/>
    </dgm:pt>
    <dgm:pt modelId="{2FA09234-5402-40A1-BBF8-AD0D303E93A8}" type="pres">
      <dgm:prSet presAssocID="{C8859A31-687D-4EE3-8963-EFC8ED08A845}" presName="composite" presStyleCnt="0"/>
      <dgm:spPr/>
    </dgm:pt>
    <dgm:pt modelId="{F82BBCC6-0472-4C1A-AF60-35B8BA46E3B5}" type="pres">
      <dgm:prSet presAssocID="{C8859A31-687D-4EE3-8963-EFC8ED08A845}" presName="parentText" presStyleLbl="alignNode1" presStyleIdx="0" presStyleCnt="8">
        <dgm:presLayoutVars>
          <dgm:chMax val="1"/>
          <dgm:bulletEnabled val="1"/>
        </dgm:presLayoutVars>
      </dgm:prSet>
      <dgm:spPr/>
    </dgm:pt>
    <dgm:pt modelId="{8D21AB7C-78B8-4E50-9DC9-5746B049FBDF}" type="pres">
      <dgm:prSet presAssocID="{C8859A31-687D-4EE3-8963-EFC8ED08A845}" presName="descendantText" presStyleLbl="alignAcc1" presStyleIdx="0" presStyleCnt="8">
        <dgm:presLayoutVars>
          <dgm:bulletEnabled val="1"/>
        </dgm:presLayoutVars>
      </dgm:prSet>
      <dgm:spPr/>
    </dgm:pt>
    <dgm:pt modelId="{90EB151E-E848-47EF-8E5F-ED0065DED7C9}" type="pres">
      <dgm:prSet presAssocID="{111113F0-5973-4B1A-B80C-BDF19F1D95D7}" presName="sp" presStyleCnt="0"/>
      <dgm:spPr/>
    </dgm:pt>
    <dgm:pt modelId="{336FC074-C6DE-45D5-8A9B-80E5B941C890}" type="pres">
      <dgm:prSet presAssocID="{6E77D3D3-B903-4A27-B659-0F68EEF44F8B}" presName="composite" presStyleCnt="0"/>
      <dgm:spPr/>
    </dgm:pt>
    <dgm:pt modelId="{056F388F-7D97-462D-BA47-5AB3BD15D971}" type="pres">
      <dgm:prSet presAssocID="{6E77D3D3-B903-4A27-B659-0F68EEF44F8B}" presName="parentText" presStyleLbl="alignNode1" presStyleIdx="1" presStyleCnt="8">
        <dgm:presLayoutVars>
          <dgm:chMax val="1"/>
          <dgm:bulletEnabled val="1"/>
        </dgm:presLayoutVars>
      </dgm:prSet>
      <dgm:spPr/>
    </dgm:pt>
    <dgm:pt modelId="{10C45CAB-FF12-4511-B7E2-1E47B19F19A6}" type="pres">
      <dgm:prSet presAssocID="{6E77D3D3-B903-4A27-B659-0F68EEF44F8B}" presName="descendantText" presStyleLbl="alignAcc1" presStyleIdx="1" presStyleCnt="8">
        <dgm:presLayoutVars>
          <dgm:bulletEnabled val="1"/>
        </dgm:presLayoutVars>
      </dgm:prSet>
      <dgm:spPr/>
    </dgm:pt>
    <dgm:pt modelId="{B387A9F2-3292-43BF-AADD-1A843B19F2C6}" type="pres">
      <dgm:prSet presAssocID="{D1FD02BE-1D0E-41EF-A271-EDBE06DC94AE}" presName="sp" presStyleCnt="0"/>
      <dgm:spPr/>
    </dgm:pt>
    <dgm:pt modelId="{7A84662B-C797-4422-874D-A9F595C25B9A}" type="pres">
      <dgm:prSet presAssocID="{38BF2D32-6267-456C-8A9A-C8ECE0DA752F}" presName="composite" presStyleCnt="0"/>
      <dgm:spPr/>
    </dgm:pt>
    <dgm:pt modelId="{948F93AF-208F-4980-8E20-B0127CEF3BAA}" type="pres">
      <dgm:prSet presAssocID="{38BF2D32-6267-456C-8A9A-C8ECE0DA752F}" presName="parentText" presStyleLbl="alignNode1" presStyleIdx="2" presStyleCnt="8">
        <dgm:presLayoutVars>
          <dgm:chMax val="1"/>
          <dgm:bulletEnabled val="1"/>
        </dgm:presLayoutVars>
      </dgm:prSet>
      <dgm:spPr/>
    </dgm:pt>
    <dgm:pt modelId="{C5611134-071D-4C9F-A9AE-FACFBF758B37}" type="pres">
      <dgm:prSet presAssocID="{38BF2D32-6267-456C-8A9A-C8ECE0DA752F}" presName="descendantText" presStyleLbl="alignAcc1" presStyleIdx="2" presStyleCnt="8">
        <dgm:presLayoutVars>
          <dgm:bulletEnabled val="1"/>
        </dgm:presLayoutVars>
      </dgm:prSet>
      <dgm:spPr/>
    </dgm:pt>
    <dgm:pt modelId="{C368A79B-61DB-4619-B6EB-A82577D42E4A}" type="pres">
      <dgm:prSet presAssocID="{254DAB3F-A415-4CCA-94E3-A5593117CEED}" presName="sp" presStyleCnt="0"/>
      <dgm:spPr/>
    </dgm:pt>
    <dgm:pt modelId="{158EAF28-EC10-4A1B-B6A6-7449007A8910}" type="pres">
      <dgm:prSet presAssocID="{5EDC764B-0C85-49E2-86DE-2BA74CEC22EE}" presName="composite" presStyleCnt="0"/>
      <dgm:spPr/>
    </dgm:pt>
    <dgm:pt modelId="{91A5DB03-89C5-4731-8E0F-65E123A6E3B5}" type="pres">
      <dgm:prSet presAssocID="{5EDC764B-0C85-49E2-86DE-2BA74CEC22EE}" presName="parentText" presStyleLbl="alignNode1" presStyleIdx="3" presStyleCnt="8">
        <dgm:presLayoutVars>
          <dgm:chMax val="1"/>
          <dgm:bulletEnabled val="1"/>
        </dgm:presLayoutVars>
      </dgm:prSet>
      <dgm:spPr/>
    </dgm:pt>
    <dgm:pt modelId="{8572077A-E819-4B63-B12F-3CABC9FD0FBA}" type="pres">
      <dgm:prSet presAssocID="{5EDC764B-0C85-49E2-86DE-2BA74CEC22EE}" presName="descendantText" presStyleLbl="alignAcc1" presStyleIdx="3" presStyleCnt="8">
        <dgm:presLayoutVars>
          <dgm:bulletEnabled val="1"/>
        </dgm:presLayoutVars>
      </dgm:prSet>
      <dgm:spPr/>
    </dgm:pt>
    <dgm:pt modelId="{245F8A59-14FB-4CB9-B63B-279771F83513}" type="pres">
      <dgm:prSet presAssocID="{2E84D5C3-93FE-4DB9-9621-46A6B030A9C8}" presName="sp" presStyleCnt="0"/>
      <dgm:spPr/>
    </dgm:pt>
    <dgm:pt modelId="{A3E18868-D3FC-43A4-A51B-9776A5316C44}" type="pres">
      <dgm:prSet presAssocID="{E916F954-E580-4D50-946D-1E34110BE453}" presName="composite" presStyleCnt="0"/>
      <dgm:spPr/>
    </dgm:pt>
    <dgm:pt modelId="{21D136AA-8DC6-4D65-998F-EFC649981BFA}" type="pres">
      <dgm:prSet presAssocID="{E916F954-E580-4D50-946D-1E34110BE453}" presName="parentText" presStyleLbl="alignNode1" presStyleIdx="4" presStyleCnt="8">
        <dgm:presLayoutVars>
          <dgm:chMax val="1"/>
          <dgm:bulletEnabled val="1"/>
        </dgm:presLayoutVars>
      </dgm:prSet>
      <dgm:spPr/>
    </dgm:pt>
    <dgm:pt modelId="{9ECE11B9-CD34-4A48-8F34-6828513A97C9}" type="pres">
      <dgm:prSet presAssocID="{E916F954-E580-4D50-946D-1E34110BE453}" presName="descendantText" presStyleLbl="alignAcc1" presStyleIdx="4" presStyleCnt="8">
        <dgm:presLayoutVars>
          <dgm:bulletEnabled val="1"/>
        </dgm:presLayoutVars>
      </dgm:prSet>
      <dgm:spPr/>
    </dgm:pt>
    <dgm:pt modelId="{F30878F1-6756-4159-9846-16BB9EB1364D}" type="pres">
      <dgm:prSet presAssocID="{9C1C8F64-19B3-4D0B-8D8D-EB4FD2AFF46C}" presName="sp" presStyleCnt="0"/>
      <dgm:spPr/>
    </dgm:pt>
    <dgm:pt modelId="{856AA408-5E53-4D67-A137-5ADDF6FB59F7}" type="pres">
      <dgm:prSet presAssocID="{CCFDFCBA-4057-486E-B7D0-EB6D084DC33F}" presName="composite" presStyleCnt="0"/>
      <dgm:spPr/>
    </dgm:pt>
    <dgm:pt modelId="{E826EC8E-C11A-49EE-97BF-77709A783E38}" type="pres">
      <dgm:prSet presAssocID="{CCFDFCBA-4057-486E-B7D0-EB6D084DC33F}" presName="parentText" presStyleLbl="alignNode1" presStyleIdx="5" presStyleCnt="8">
        <dgm:presLayoutVars>
          <dgm:chMax val="1"/>
          <dgm:bulletEnabled val="1"/>
        </dgm:presLayoutVars>
      </dgm:prSet>
      <dgm:spPr/>
    </dgm:pt>
    <dgm:pt modelId="{087FFFF9-0D61-49A5-BCFB-E5213537EE64}" type="pres">
      <dgm:prSet presAssocID="{CCFDFCBA-4057-486E-B7D0-EB6D084DC33F}" presName="descendantText" presStyleLbl="alignAcc1" presStyleIdx="5" presStyleCnt="8">
        <dgm:presLayoutVars>
          <dgm:bulletEnabled val="1"/>
        </dgm:presLayoutVars>
      </dgm:prSet>
      <dgm:spPr/>
    </dgm:pt>
    <dgm:pt modelId="{717D6503-FDDF-4180-A0B2-1A01965E2A69}" type="pres">
      <dgm:prSet presAssocID="{9F77ABA0-3E43-4B89-95E6-864030451723}" presName="sp" presStyleCnt="0"/>
      <dgm:spPr/>
    </dgm:pt>
    <dgm:pt modelId="{13A3C7E3-7AE0-4D20-80CA-594D7D04D0E9}" type="pres">
      <dgm:prSet presAssocID="{7B1A1DB9-C47D-4041-9F2C-1F595D1B2F79}" presName="composite" presStyleCnt="0"/>
      <dgm:spPr/>
    </dgm:pt>
    <dgm:pt modelId="{A2C3DDC3-6BC9-4EA6-897F-EE01E5E966FE}" type="pres">
      <dgm:prSet presAssocID="{7B1A1DB9-C47D-4041-9F2C-1F595D1B2F79}" presName="parentText" presStyleLbl="alignNode1" presStyleIdx="6" presStyleCnt="8">
        <dgm:presLayoutVars>
          <dgm:chMax val="1"/>
          <dgm:bulletEnabled val="1"/>
        </dgm:presLayoutVars>
      </dgm:prSet>
      <dgm:spPr/>
    </dgm:pt>
    <dgm:pt modelId="{C67A903F-0B6F-4C70-8595-327ADAEA4EA2}" type="pres">
      <dgm:prSet presAssocID="{7B1A1DB9-C47D-4041-9F2C-1F595D1B2F79}" presName="descendantText" presStyleLbl="alignAcc1" presStyleIdx="6" presStyleCnt="8">
        <dgm:presLayoutVars>
          <dgm:bulletEnabled val="1"/>
        </dgm:presLayoutVars>
      </dgm:prSet>
      <dgm:spPr/>
    </dgm:pt>
    <dgm:pt modelId="{251EA510-329C-4BFF-AA1D-535A8BEA81F3}" type="pres">
      <dgm:prSet presAssocID="{5B7F5DCE-DD9D-43B7-8696-858546F80467}" presName="sp" presStyleCnt="0"/>
      <dgm:spPr/>
    </dgm:pt>
    <dgm:pt modelId="{2F9F63D6-1473-4775-9BE1-252D1FF21453}" type="pres">
      <dgm:prSet presAssocID="{4409E214-498F-4783-B57D-D14C498AE35F}" presName="composite" presStyleCnt="0"/>
      <dgm:spPr/>
    </dgm:pt>
    <dgm:pt modelId="{22A1962E-9EB4-4A07-8D71-A2B8B071BD9A}" type="pres">
      <dgm:prSet presAssocID="{4409E214-498F-4783-B57D-D14C498AE35F}" presName="parentText" presStyleLbl="alignNode1" presStyleIdx="7" presStyleCnt="8">
        <dgm:presLayoutVars>
          <dgm:chMax val="1"/>
          <dgm:bulletEnabled val="1"/>
        </dgm:presLayoutVars>
      </dgm:prSet>
      <dgm:spPr/>
    </dgm:pt>
    <dgm:pt modelId="{71829784-C227-467B-B2D2-65F4F947FF5B}" type="pres">
      <dgm:prSet presAssocID="{4409E214-498F-4783-B57D-D14C498AE35F}" presName="descendantText" presStyleLbl="alignAcc1" presStyleIdx="7" presStyleCnt="8">
        <dgm:presLayoutVars>
          <dgm:bulletEnabled val="1"/>
        </dgm:presLayoutVars>
      </dgm:prSet>
      <dgm:spPr/>
    </dgm:pt>
  </dgm:ptLst>
  <dgm:cxnLst>
    <dgm:cxn modelId="{C5086D01-C723-4FE9-92DC-A3976962D3A1}" srcId="{83127BF1-25F2-4803-B48D-E17C240B5F4B}" destId="{7B1A1DB9-C47D-4041-9F2C-1F595D1B2F79}" srcOrd="6" destOrd="0" parTransId="{E4D0859D-887F-41AF-B7FB-C4836B8CF02A}" sibTransId="{5B7F5DCE-DD9D-43B7-8696-858546F80467}"/>
    <dgm:cxn modelId="{4A474209-6045-432F-911B-F97251349A8E}" type="presOf" srcId="{7C7CD282-C970-40C1-A690-CB6E9FD58637}" destId="{087FFFF9-0D61-49A5-BCFB-E5213537EE64}" srcOrd="0" destOrd="0" presId="urn:microsoft.com/office/officeart/2005/8/layout/chevron2"/>
    <dgm:cxn modelId="{0E480D0B-7DFD-4D1C-ACD1-4DB999B95B44}" type="presOf" srcId="{E9970B61-DEE3-4342-B5E9-90337A28494C}" destId="{C5611134-071D-4C9F-A9AE-FACFBF758B37}" srcOrd="0" destOrd="0" presId="urn:microsoft.com/office/officeart/2005/8/layout/chevron2"/>
    <dgm:cxn modelId="{1373A730-3EE7-4177-AF94-B997A45E9A57}" srcId="{83127BF1-25F2-4803-B48D-E17C240B5F4B}" destId="{38BF2D32-6267-456C-8A9A-C8ECE0DA752F}" srcOrd="2" destOrd="0" parTransId="{E57BE5CF-3EF7-4436-AE92-AB071749EFB3}" sibTransId="{254DAB3F-A415-4CCA-94E3-A5593117CEED}"/>
    <dgm:cxn modelId="{25E65A33-4B5A-4DE6-8670-414E105DF9B5}" type="presOf" srcId="{4409E214-498F-4783-B57D-D14C498AE35F}" destId="{22A1962E-9EB4-4A07-8D71-A2B8B071BD9A}" srcOrd="0" destOrd="0" presId="urn:microsoft.com/office/officeart/2005/8/layout/chevron2"/>
    <dgm:cxn modelId="{0CC5CB39-0581-4C1E-A07D-64F9D6139DC3}" type="presOf" srcId="{6E894017-D466-4363-9236-86C6A358EF52}" destId="{C67A903F-0B6F-4C70-8595-327ADAEA4EA2}" srcOrd="0" destOrd="0" presId="urn:microsoft.com/office/officeart/2005/8/layout/chevron2"/>
    <dgm:cxn modelId="{DF79093C-E14B-4BBF-8C0F-8EADAE2DD5FB}" type="presOf" srcId="{2EFC6F0B-1B97-4AFC-96AD-6370648EA53A}" destId="{71829784-C227-467B-B2D2-65F4F947FF5B}" srcOrd="0" destOrd="0" presId="urn:microsoft.com/office/officeart/2005/8/layout/chevron2"/>
    <dgm:cxn modelId="{FDC5D55B-5624-4D7B-A01E-D4C1087D1E4C}" srcId="{83127BF1-25F2-4803-B48D-E17C240B5F4B}" destId="{E916F954-E580-4D50-946D-1E34110BE453}" srcOrd="4" destOrd="0" parTransId="{8D5F2CE6-8FE0-4AF5-BD4E-A10556DF5729}" sibTransId="{9C1C8F64-19B3-4D0B-8D8D-EB4FD2AFF46C}"/>
    <dgm:cxn modelId="{3270245F-6378-4079-9289-13BFC2D7ED18}" type="presOf" srcId="{E916F954-E580-4D50-946D-1E34110BE453}" destId="{21D136AA-8DC6-4D65-998F-EFC649981BFA}" srcOrd="0" destOrd="0" presId="urn:microsoft.com/office/officeart/2005/8/layout/chevron2"/>
    <dgm:cxn modelId="{0AF02F44-F420-41C7-BAE7-F122CC51CB8D}" srcId="{CCFDFCBA-4057-486E-B7D0-EB6D084DC33F}" destId="{7C7CD282-C970-40C1-A690-CB6E9FD58637}" srcOrd="0" destOrd="0" parTransId="{F8DC56CD-8C82-4295-A59C-73C3A2827048}" sibTransId="{8EA5BC77-2516-49C0-94A6-0D9C9F6AD52F}"/>
    <dgm:cxn modelId="{68B53C50-8B05-4D41-8CAB-7F5E55FAE699}" type="presOf" srcId="{22E8FCBB-CE17-474C-95DB-79D1A7679269}" destId="{9ECE11B9-CD34-4A48-8F34-6828513A97C9}" srcOrd="0" destOrd="0" presId="urn:microsoft.com/office/officeart/2005/8/layout/chevron2"/>
    <dgm:cxn modelId="{0E1DBE50-27D4-466A-8F94-806FD1054CA0}" srcId="{E916F954-E580-4D50-946D-1E34110BE453}" destId="{22E8FCBB-CE17-474C-95DB-79D1A7679269}" srcOrd="0" destOrd="0" parTransId="{747A1DB0-94BD-439D-9A5A-186F53277C0B}" sibTransId="{FAF88F58-742E-46D5-B5E1-22F28BC48F4C}"/>
    <dgm:cxn modelId="{EE8B5354-D9C8-457D-ADF7-C28AED1FA7E1}" type="presOf" srcId="{CCFDFCBA-4057-486E-B7D0-EB6D084DC33F}" destId="{E826EC8E-C11A-49EE-97BF-77709A783E38}" srcOrd="0" destOrd="0" presId="urn:microsoft.com/office/officeart/2005/8/layout/chevron2"/>
    <dgm:cxn modelId="{FA615878-3C1A-4416-BAE9-1E580A2E8C96}" srcId="{38BF2D32-6267-456C-8A9A-C8ECE0DA752F}" destId="{E9970B61-DEE3-4342-B5E9-90337A28494C}" srcOrd="0" destOrd="0" parTransId="{03411AA1-0A78-410B-BB1A-1FCA056FAD63}" sibTransId="{0EC28534-7908-46E1-A4D3-5FBCAB4767AC}"/>
    <dgm:cxn modelId="{4AA66F5A-20B9-441D-AB9D-76BB53A15299}" type="presOf" srcId="{7B1A1DB9-C47D-4041-9F2C-1F595D1B2F79}" destId="{A2C3DDC3-6BC9-4EA6-897F-EE01E5E966FE}" srcOrd="0" destOrd="0" presId="urn:microsoft.com/office/officeart/2005/8/layout/chevron2"/>
    <dgm:cxn modelId="{9FF3D07D-AAD1-4DFB-A212-ED5ED38DF028}" type="presOf" srcId="{5EDC764B-0C85-49E2-86DE-2BA74CEC22EE}" destId="{91A5DB03-89C5-4731-8E0F-65E123A6E3B5}" srcOrd="0" destOrd="0" presId="urn:microsoft.com/office/officeart/2005/8/layout/chevron2"/>
    <dgm:cxn modelId="{00636483-3DDD-4B57-BD9A-C99311E602E7}" type="presOf" srcId="{38BF2D32-6267-456C-8A9A-C8ECE0DA752F}" destId="{948F93AF-208F-4980-8E20-B0127CEF3BAA}" srcOrd="0" destOrd="0" presId="urn:microsoft.com/office/officeart/2005/8/layout/chevron2"/>
    <dgm:cxn modelId="{BED0A992-17BE-4CFD-97A1-E67D3285AF19}" type="presOf" srcId="{18DA48FE-905A-423E-AD96-E93D983AD3E8}" destId="{8572077A-E819-4B63-B12F-3CABC9FD0FBA}" srcOrd="0" destOrd="0" presId="urn:microsoft.com/office/officeart/2005/8/layout/chevron2"/>
    <dgm:cxn modelId="{DB89AD9C-984A-4FAA-83BC-306F71E0D286}" srcId="{4409E214-498F-4783-B57D-D14C498AE35F}" destId="{2EFC6F0B-1B97-4AFC-96AD-6370648EA53A}" srcOrd="0" destOrd="0" parTransId="{304F67E3-3A5A-4E6E-ADAE-7B62B22C8E8B}" sibTransId="{402E2869-D9DC-4CCC-B1E1-F433C7D0A86C}"/>
    <dgm:cxn modelId="{557A739D-1807-43D5-859F-B3EE0E6069D2}" srcId="{5EDC764B-0C85-49E2-86DE-2BA74CEC22EE}" destId="{18DA48FE-905A-423E-AD96-E93D983AD3E8}" srcOrd="0" destOrd="0" parTransId="{C47315A9-6440-47D4-8B31-FCF030F21372}" sibTransId="{C34F59CF-9BF1-49C8-AFB3-707B687637EE}"/>
    <dgm:cxn modelId="{053BF4A2-7465-4AB3-9EBA-2353C2CB03D7}" srcId="{7B1A1DB9-C47D-4041-9F2C-1F595D1B2F79}" destId="{6E894017-D466-4363-9236-86C6A358EF52}" srcOrd="0" destOrd="0" parTransId="{74478BFF-5122-41B4-A46A-12742C3D98D3}" sibTransId="{378C8E69-1761-43B8-8CE4-5932DA9D147D}"/>
    <dgm:cxn modelId="{9FE7E1AD-7530-4C57-8063-11C800B6F07D}" type="presOf" srcId="{C8859A31-687D-4EE3-8963-EFC8ED08A845}" destId="{F82BBCC6-0472-4C1A-AF60-35B8BA46E3B5}" srcOrd="0" destOrd="0" presId="urn:microsoft.com/office/officeart/2005/8/layout/chevron2"/>
    <dgm:cxn modelId="{0E37E1B1-F1B3-404F-B858-8464403345A8}" type="presOf" srcId="{34721073-4E60-4221-B511-1A28C98182A7}" destId="{8D21AB7C-78B8-4E50-9DC9-5746B049FBDF}" srcOrd="0" destOrd="0" presId="urn:microsoft.com/office/officeart/2005/8/layout/chevron2"/>
    <dgm:cxn modelId="{EE8278C7-14DB-4B81-9EE0-4054044F16A1}" srcId="{83127BF1-25F2-4803-B48D-E17C240B5F4B}" destId="{6E77D3D3-B903-4A27-B659-0F68EEF44F8B}" srcOrd="1" destOrd="0" parTransId="{68FF167F-4F7C-4BB6-A68A-9BB30E9B6614}" sibTransId="{D1FD02BE-1D0E-41EF-A271-EDBE06DC94AE}"/>
    <dgm:cxn modelId="{DA35F0CB-459E-434E-BF40-E78F080E9A8D}" type="presOf" srcId="{83127BF1-25F2-4803-B48D-E17C240B5F4B}" destId="{B5E93C2B-6EB9-4516-AED5-A4B9D2607BF6}" srcOrd="0" destOrd="0" presId="urn:microsoft.com/office/officeart/2005/8/layout/chevron2"/>
    <dgm:cxn modelId="{E792F5CD-488C-43E3-9721-38BA46A5BB76}" srcId="{83127BF1-25F2-4803-B48D-E17C240B5F4B}" destId="{CCFDFCBA-4057-486E-B7D0-EB6D084DC33F}" srcOrd="5" destOrd="0" parTransId="{4C9F6969-F431-4EAE-9421-5E0505127CA9}" sibTransId="{9F77ABA0-3E43-4B89-95E6-864030451723}"/>
    <dgm:cxn modelId="{B2A88ED4-751D-428B-93F2-5F9997324303}" srcId="{C8859A31-687D-4EE3-8963-EFC8ED08A845}" destId="{34721073-4E60-4221-B511-1A28C98182A7}" srcOrd="0" destOrd="0" parTransId="{9AEF9CD9-3A9F-403D-AFD0-71294620DF81}" sibTransId="{0BACF408-26BA-4BBA-BC2F-499B76D6FF9B}"/>
    <dgm:cxn modelId="{911532DC-12C3-4492-84D9-1FAA5D585906}" srcId="{6E77D3D3-B903-4A27-B659-0F68EEF44F8B}" destId="{D31B3BDA-6AC7-48A7-81A3-3C023CB324C5}" srcOrd="0" destOrd="0" parTransId="{B0BE372D-A0DF-49FB-8063-CE01B0C52EB5}" sibTransId="{FCC32EDB-D329-42C3-BBC0-B71C70BDBC3A}"/>
    <dgm:cxn modelId="{4A8870E2-2B68-4599-8AF1-BCD0C9451BFE}" type="presOf" srcId="{6E77D3D3-B903-4A27-B659-0F68EEF44F8B}" destId="{056F388F-7D97-462D-BA47-5AB3BD15D971}" srcOrd="0" destOrd="0" presId="urn:microsoft.com/office/officeart/2005/8/layout/chevron2"/>
    <dgm:cxn modelId="{9898A0F1-11BE-45A8-A6BC-04D4433E00E6}" srcId="{83127BF1-25F2-4803-B48D-E17C240B5F4B}" destId="{C8859A31-687D-4EE3-8963-EFC8ED08A845}" srcOrd="0" destOrd="0" parTransId="{CDEC557E-5D47-42A8-8A45-EE3CECCCC609}" sibTransId="{111113F0-5973-4B1A-B80C-BDF19F1D95D7}"/>
    <dgm:cxn modelId="{16E009F9-6F30-4A65-9AAE-3F066EDDC8B3}" type="presOf" srcId="{D31B3BDA-6AC7-48A7-81A3-3C023CB324C5}" destId="{10C45CAB-FF12-4511-B7E2-1E47B19F19A6}" srcOrd="0" destOrd="0" presId="urn:microsoft.com/office/officeart/2005/8/layout/chevron2"/>
    <dgm:cxn modelId="{F74BEFFC-C999-44AF-99F2-563AF92AC5FE}" srcId="{83127BF1-25F2-4803-B48D-E17C240B5F4B}" destId="{4409E214-498F-4783-B57D-D14C498AE35F}" srcOrd="7" destOrd="0" parTransId="{C6A71709-6D48-4501-92DA-FFED260DD242}" sibTransId="{9DD5BA19-CC5A-4ED9-8381-C6B7B40CAA7C}"/>
    <dgm:cxn modelId="{CD8AE6FF-D6D2-48B4-9806-15DC854347A8}" srcId="{83127BF1-25F2-4803-B48D-E17C240B5F4B}" destId="{5EDC764B-0C85-49E2-86DE-2BA74CEC22EE}" srcOrd="3" destOrd="0" parTransId="{19537D7C-C73C-43E3-A07C-9EAA305DAB74}" sibTransId="{2E84D5C3-93FE-4DB9-9621-46A6B030A9C8}"/>
    <dgm:cxn modelId="{CD711074-31D1-49EB-AD68-3A46A21650DD}" type="presParOf" srcId="{B5E93C2B-6EB9-4516-AED5-A4B9D2607BF6}" destId="{2FA09234-5402-40A1-BBF8-AD0D303E93A8}" srcOrd="0" destOrd="0" presId="urn:microsoft.com/office/officeart/2005/8/layout/chevron2"/>
    <dgm:cxn modelId="{14AB8B8E-39C5-49B1-90B9-1287BD0EAB38}" type="presParOf" srcId="{2FA09234-5402-40A1-BBF8-AD0D303E93A8}" destId="{F82BBCC6-0472-4C1A-AF60-35B8BA46E3B5}" srcOrd="0" destOrd="0" presId="urn:microsoft.com/office/officeart/2005/8/layout/chevron2"/>
    <dgm:cxn modelId="{51BD5F8D-7F4B-40F6-823B-A2B4BB4B1993}" type="presParOf" srcId="{2FA09234-5402-40A1-BBF8-AD0D303E93A8}" destId="{8D21AB7C-78B8-4E50-9DC9-5746B049FBDF}" srcOrd="1" destOrd="0" presId="urn:microsoft.com/office/officeart/2005/8/layout/chevron2"/>
    <dgm:cxn modelId="{45C03F8C-7094-4237-B662-8F7F6B8BB37A}" type="presParOf" srcId="{B5E93C2B-6EB9-4516-AED5-A4B9D2607BF6}" destId="{90EB151E-E848-47EF-8E5F-ED0065DED7C9}" srcOrd="1" destOrd="0" presId="urn:microsoft.com/office/officeart/2005/8/layout/chevron2"/>
    <dgm:cxn modelId="{D93F9DC6-EA3A-4F44-BE08-815EA1C3B4C2}" type="presParOf" srcId="{B5E93C2B-6EB9-4516-AED5-A4B9D2607BF6}" destId="{336FC074-C6DE-45D5-8A9B-80E5B941C890}" srcOrd="2" destOrd="0" presId="urn:microsoft.com/office/officeart/2005/8/layout/chevron2"/>
    <dgm:cxn modelId="{8CBC33B3-FB1C-418F-A203-D2DB7312FADA}" type="presParOf" srcId="{336FC074-C6DE-45D5-8A9B-80E5B941C890}" destId="{056F388F-7D97-462D-BA47-5AB3BD15D971}" srcOrd="0" destOrd="0" presId="urn:microsoft.com/office/officeart/2005/8/layout/chevron2"/>
    <dgm:cxn modelId="{73E7C725-9847-4F03-9A6B-B974F3058511}" type="presParOf" srcId="{336FC074-C6DE-45D5-8A9B-80E5B941C890}" destId="{10C45CAB-FF12-4511-B7E2-1E47B19F19A6}" srcOrd="1" destOrd="0" presId="urn:microsoft.com/office/officeart/2005/8/layout/chevron2"/>
    <dgm:cxn modelId="{2599B629-A370-417F-9A13-24631A7247F1}" type="presParOf" srcId="{B5E93C2B-6EB9-4516-AED5-A4B9D2607BF6}" destId="{B387A9F2-3292-43BF-AADD-1A843B19F2C6}" srcOrd="3" destOrd="0" presId="urn:microsoft.com/office/officeart/2005/8/layout/chevron2"/>
    <dgm:cxn modelId="{AC665A21-F21C-4869-9F88-B89A4C7C4839}" type="presParOf" srcId="{B5E93C2B-6EB9-4516-AED5-A4B9D2607BF6}" destId="{7A84662B-C797-4422-874D-A9F595C25B9A}" srcOrd="4" destOrd="0" presId="urn:microsoft.com/office/officeart/2005/8/layout/chevron2"/>
    <dgm:cxn modelId="{624487C4-5DEF-4B51-BE74-C33A28628CBA}" type="presParOf" srcId="{7A84662B-C797-4422-874D-A9F595C25B9A}" destId="{948F93AF-208F-4980-8E20-B0127CEF3BAA}" srcOrd="0" destOrd="0" presId="urn:microsoft.com/office/officeart/2005/8/layout/chevron2"/>
    <dgm:cxn modelId="{8990EFB1-0ADD-4C3B-A782-F19C25D37E5F}" type="presParOf" srcId="{7A84662B-C797-4422-874D-A9F595C25B9A}" destId="{C5611134-071D-4C9F-A9AE-FACFBF758B37}" srcOrd="1" destOrd="0" presId="urn:microsoft.com/office/officeart/2005/8/layout/chevron2"/>
    <dgm:cxn modelId="{53A07DF9-FC1C-4308-9F69-400758DDDCAB}" type="presParOf" srcId="{B5E93C2B-6EB9-4516-AED5-A4B9D2607BF6}" destId="{C368A79B-61DB-4619-B6EB-A82577D42E4A}" srcOrd="5" destOrd="0" presId="urn:microsoft.com/office/officeart/2005/8/layout/chevron2"/>
    <dgm:cxn modelId="{DCB8F212-9AC6-4C9F-AE9E-322276E2D247}" type="presParOf" srcId="{B5E93C2B-6EB9-4516-AED5-A4B9D2607BF6}" destId="{158EAF28-EC10-4A1B-B6A6-7449007A8910}" srcOrd="6" destOrd="0" presId="urn:microsoft.com/office/officeart/2005/8/layout/chevron2"/>
    <dgm:cxn modelId="{BE37A666-36C7-4866-9BA6-DD51C927FCE5}" type="presParOf" srcId="{158EAF28-EC10-4A1B-B6A6-7449007A8910}" destId="{91A5DB03-89C5-4731-8E0F-65E123A6E3B5}" srcOrd="0" destOrd="0" presId="urn:microsoft.com/office/officeart/2005/8/layout/chevron2"/>
    <dgm:cxn modelId="{810BED34-5D66-4A6F-B20D-72AD03C9352B}" type="presParOf" srcId="{158EAF28-EC10-4A1B-B6A6-7449007A8910}" destId="{8572077A-E819-4B63-B12F-3CABC9FD0FBA}" srcOrd="1" destOrd="0" presId="urn:microsoft.com/office/officeart/2005/8/layout/chevron2"/>
    <dgm:cxn modelId="{FB969E30-4B60-44DC-BB9A-45CB715F7338}" type="presParOf" srcId="{B5E93C2B-6EB9-4516-AED5-A4B9D2607BF6}" destId="{245F8A59-14FB-4CB9-B63B-279771F83513}" srcOrd="7" destOrd="0" presId="urn:microsoft.com/office/officeart/2005/8/layout/chevron2"/>
    <dgm:cxn modelId="{88AAF403-224A-4592-AD85-E02B49E14FEE}" type="presParOf" srcId="{B5E93C2B-6EB9-4516-AED5-A4B9D2607BF6}" destId="{A3E18868-D3FC-43A4-A51B-9776A5316C44}" srcOrd="8" destOrd="0" presId="urn:microsoft.com/office/officeart/2005/8/layout/chevron2"/>
    <dgm:cxn modelId="{425F5BF9-C621-4CB7-BB48-38A3CEE465DC}" type="presParOf" srcId="{A3E18868-D3FC-43A4-A51B-9776A5316C44}" destId="{21D136AA-8DC6-4D65-998F-EFC649981BFA}" srcOrd="0" destOrd="0" presId="urn:microsoft.com/office/officeart/2005/8/layout/chevron2"/>
    <dgm:cxn modelId="{D96837E6-725E-4EBA-9122-25460DCB5198}" type="presParOf" srcId="{A3E18868-D3FC-43A4-A51B-9776A5316C44}" destId="{9ECE11B9-CD34-4A48-8F34-6828513A97C9}" srcOrd="1" destOrd="0" presId="urn:microsoft.com/office/officeart/2005/8/layout/chevron2"/>
    <dgm:cxn modelId="{415899B3-0005-49FB-A3EA-F13A99FB8148}" type="presParOf" srcId="{B5E93C2B-6EB9-4516-AED5-A4B9D2607BF6}" destId="{F30878F1-6756-4159-9846-16BB9EB1364D}" srcOrd="9" destOrd="0" presId="urn:microsoft.com/office/officeart/2005/8/layout/chevron2"/>
    <dgm:cxn modelId="{E4A43C5B-2346-44B5-858C-CF0F2E205028}" type="presParOf" srcId="{B5E93C2B-6EB9-4516-AED5-A4B9D2607BF6}" destId="{856AA408-5E53-4D67-A137-5ADDF6FB59F7}" srcOrd="10" destOrd="0" presId="urn:microsoft.com/office/officeart/2005/8/layout/chevron2"/>
    <dgm:cxn modelId="{62D5DFF5-741B-4831-8726-E275958DA9FC}" type="presParOf" srcId="{856AA408-5E53-4D67-A137-5ADDF6FB59F7}" destId="{E826EC8E-C11A-49EE-97BF-77709A783E38}" srcOrd="0" destOrd="0" presId="urn:microsoft.com/office/officeart/2005/8/layout/chevron2"/>
    <dgm:cxn modelId="{96D38CDA-BFE3-4051-984B-EB37F2DDA863}" type="presParOf" srcId="{856AA408-5E53-4D67-A137-5ADDF6FB59F7}" destId="{087FFFF9-0D61-49A5-BCFB-E5213537EE64}" srcOrd="1" destOrd="0" presId="urn:microsoft.com/office/officeart/2005/8/layout/chevron2"/>
    <dgm:cxn modelId="{5CDA2DCF-82C7-41A9-A487-9A31E84FA8D0}" type="presParOf" srcId="{B5E93C2B-6EB9-4516-AED5-A4B9D2607BF6}" destId="{717D6503-FDDF-4180-A0B2-1A01965E2A69}" srcOrd="11" destOrd="0" presId="urn:microsoft.com/office/officeart/2005/8/layout/chevron2"/>
    <dgm:cxn modelId="{45C6D068-3D3D-4DFE-9A1F-9EDD04056798}" type="presParOf" srcId="{B5E93C2B-6EB9-4516-AED5-A4B9D2607BF6}" destId="{13A3C7E3-7AE0-4D20-80CA-594D7D04D0E9}" srcOrd="12" destOrd="0" presId="urn:microsoft.com/office/officeart/2005/8/layout/chevron2"/>
    <dgm:cxn modelId="{678692EB-16F1-481B-AAD3-66C306D91814}" type="presParOf" srcId="{13A3C7E3-7AE0-4D20-80CA-594D7D04D0E9}" destId="{A2C3DDC3-6BC9-4EA6-897F-EE01E5E966FE}" srcOrd="0" destOrd="0" presId="urn:microsoft.com/office/officeart/2005/8/layout/chevron2"/>
    <dgm:cxn modelId="{D1C09BBC-CB91-47CE-A9C2-68B6AD3EA893}" type="presParOf" srcId="{13A3C7E3-7AE0-4D20-80CA-594D7D04D0E9}" destId="{C67A903F-0B6F-4C70-8595-327ADAEA4EA2}" srcOrd="1" destOrd="0" presId="urn:microsoft.com/office/officeart/2005/8/layout/chevron2"/>
    <dgm:cxn modelId="{77DD0605-E6B6-47A5-B2D2-B2556E5863B2}" type="presParOf" srcId="{B5E93C2B-6EB9-4516-AED5-A4B9D2607BF6}" destId="{251EA510-329C-4BFF-AA1D-535A8BEA81F3}" srcOrd="13" destOrd="0" presId="urn:microsoft.com/office/officeart/2005/8/layout/chevron2"/>
    <dgm:cxn modelId="{6F33D212-2D93-496E-913D-DE2C80483317}" type="presParOf" srcId="{B5E93C2B-6EB9-4516-AED5-A4B9D2607BF6}" destId="{2F9F63D6-1473-4775-9BE1-252D1FF21453}" srcOrd="14" destOrd="0" presId="urn:microsoft.com/office/officeart/2005/8/layout/chevron2"/>
    <dgm:cxn modelId="{9E3E311C-454F-45C8-981B-1945822370AB}" type="presParOf" srcId="{2F9F63D6-1473-4775-9BE1-252D1FF21453}" destId="{22A1962E-9EB4-4A07-8D71-A2B8B071BD9A}" srcOrd="0" destOrd="0" presId="urn:microsoft.com/office/officeart/2005/8/layout/chevron2"/>
    <dgm:cxn modelId="{23A7CDAA-34D6-41C3-971A-1FE3E43D0D3F}" type="presParOf" srcId="{2F9F63D6-1473-4775-9BE1-252D1FF21453}" destId="{71829784-C227-467B-B2D2-65F4F947FF5B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2BBCC6-0472-4C1A-AF60-35B8BA46E3B5}">
      <dsp:nvSpPr>
        <dsp:cNvPr id="0" name=""/>
        <dsp:cNvSpPr/>
      </dsp:nvSpPr>
      <dsp:spPr>
        <a:xfrm rot="5400000">
          <a:off x="-105241" y="108721"/>
          <a:ext cx="701610" cy="491127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48000" cap="flat" cmpd="thickThin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00" kern="1200" dirty="0"/>
            <a:t>Dataset</a:t>
          </a:r>
        </a:p>
      </dsp:txBody>
      <dsp:txXfrm rot="-5400000">
        <a:off x="1" y="249044"/>
        <a:ext cx="491127" cy="210483"/>
      </dsp:txXfrm>
    </dsp:sp>
    <dsp:sp modelId="{8D21AB7C-78B8-4E50-9DC9-5746B049FBDF}">
      <dsp:nvSpPr>
        <dsp:cNvPr id="0" name=""/>
        <dsp:cNvSpPr/>
      </dsp:nvSpPr>
      <dsp:spPr>
        <a:xfrm rot="5400000">
          <a:off x="5007881" y="-4513274"/>
          <a:ext cx="456046" cy="9489554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48000" cap="flat" cmpd="thickThin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8255" rIns="8255" bIns="8255" numCol="1" spcCol="1270" anchor="ctr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IN" sz="1300" kern="1200" dirty="0"/>
            <a:t>The dataset is a collection of data containing the features (inputs) and the target variable used to train and test the model.</a:t>
          </a:r>
        </a:p>
      </dsp:txBody>
      <dsp:txXfrm rot="-5400000">
        <a:off x="491127" y="25742"/>
        <a:ext cx="9467292" cy="411522"/>
      </dsp:txXfrm>
    </dsp:sp>
    <dsp:sp modelId="{056F388F-7D97-462D-BA47-5AB3BD15D971}">
      <dsp:nvSpPr>
        <dsp:cNvPr id="0" name=""/>
        <dsp:cNvSpPr/>
      </dsp:nvSpPr>
      <dsp:spPr>
        <a:xfrm rot="5400000">
          <a:off x="-105241" y="736702"/>
          <a:ext cx="701610" cy="491127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48000" cap="flat" cmpd="thickThin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00" kern="1200" dirty="0"/>
            <a:t>Data Cleaning</a:t>
          </a:r>
        </a:p>
      </dsp:txBody>
      <dsp:txXfrm rot="-5400000">
        <a:off x="1" y="877025"/>
        <a:ext cx="491127" cy="210483"/>
      </dsp:txXfrm>
    </dsp:sp>
    <dsp:sp modelId="{10C45CAB-FF12-4511-B7E2-1E47B19F19A6}">
      <dsp:nvSpPr>
        <dsp:cNvPr id="0" name=""/>
        <dsp:cNvSpPr/>
      </dsp:nvSpPr>
      <dsp:spPr>
        <a:xfrm rot="5400000">
          <a:off x="5007881" y="-3885293"/>
          <a:ext cx="456046" cy="9489554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48000" cap="flat" cmpd="thickThin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8255" rIns="8255" bIns="8255" numCol="1" spcCol="1270" anchor="ctr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IN" sz="1300" kern="1200" dirty="0"/>
            <a:t>Data cleaning removes or corrects missing, duplicate, and incorrect values to improve data quality.</a:t>
          </a:r>
        </a:p>
      </dsp:txBody>
      <dsp:txXfrm rot="-5400000">
        <a:off x="491127" y="653723"/>
        <a:ext cx="9467292" cy="411522"/>
      </dsp:txXfrm>
    </dsp:sp>
    <dsp:sp modelId="{948F93AF-208F-4980-8E20-B0127CEF3BAA}">
      <dsp:nvSpPr>
        <dsp:cNvPr id="0" name=""/>
        <dsp:cNvSpPr/>
      </dsp:nvSpPr>
      <dsp:spPr>
        <a:xfrm rot="5400000">
          <a:off x="-105241" y="1364682"/>
          <a:ext cx="701610" cy="491127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48000" cap="flat" cmpd="thickThin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00" kern="1200" dirty="0"/>
            <a:t>Exploratory Data Analysis</a:t>
          </a:r>
        </a:p>
      </dsp:txBody>
      <dsp:txXfrm rot="-5400000">
        <a:off x="1" y="1505005"/>
        <a:ext cx="491127" cy="210483"/>
      </dsp:txXfrm>
    </dsp:sp>
    <dsp:sp modelId="{C5611134-071D-4C9F-A9AE-FACFBF758B37}">
      <dsp:nvSpPr>
        <dsp:cNvPr id="0" name=""/>
        <dsp:cNvSpPr/>
      </dsp:nvSpPr>
      <dsp:spPr>
        <a:xfrm rot="5400000">
          <a:off x="5007881" y="-3257312"/>
          <a:ext cx="456046" cy="9489554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48000" cap="flat" cmpd="thickThin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8255" rIns="8255" bIns="8255" numCol="1" spcCol="1270" anchor="ctr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IN" sz="1300" kern="1200" dirty="0"/>
            <a:t>EDA helps understand the data by analysing its structure, patterns, relationships, and distributions using statistics and visualizations.</a:t>
          </a:r>
        </a:p>
      </dsp:txBody>
      <dsp:txXfrm rot="-5400000">
        <a:off x="491127" y="1281704"/>
        <a:ext cx="9467292" cy="411522"/>
      </dsp:txXfrm>
    </dsp:sp>
    <dsp:sp modelId="{91A5DB03-89C5-4731-8E0F-65E123A6E3B5}">
      <dsp:nvSpPr>
        <dsp:cNvPr id="0" name=""/>
        <dsp:cNvSpPr/>
      </dsp:nvSpPr>
      <dsp:spPr>
        <a:xfrm rot="5400000">
          <a:off x="-105241" y="1992663"/>
          <a:ext cx="701610" cy="491127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48000" cap="flat" cmpd="thickThin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00" kern="1200" dirty="0"/>
            <a:t>Input &amp; Target Separation</a:t>
          </a:r>
        </a:p>
      </dsp:txBody>
      <dsp:txXfrm rot="-5400000">
        <a:off x="1" y="2132986"/>
        <a:ext cx="491127" cy="210483"/>
      </dsp:txXfrm>
    </dsp:sp>
    <dsp:sp modelId="{8572077A-E819-4B63-B12F-3CABC9FD0FBA}">
      <dsp:nvSpPr>
        <dsp:cNvPr id="0" name=""/>
        <dsp:cNvSpPr/>
      </dsp:nvSpPr>
      <dsp:spPr>
        <a:xfrm rot="5400000">
          <a:off x="5007881" y="-2629331"/>
          <a:ext cx="456046" cy="9489554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48000" cap="flat" cmpd="thickThin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8255" rIns="8255" bIns="8255" numCol="1" spcCol="1270" anchor="ctr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IN" sz="1300" kern="1200" dirty="0"/>
            <a:t>The dataset is divided into input features (</a:t>
          </a:r>
          <a:r>
            <a:rPr lang="en-IN" sz="1300" b="1" kern="1200" dirty="0"/>
            <a:t>X</a:t>
          </a:r>
          <a:r>
            <a:rPr lang="en-IN" sz="1300" kern="1200" dirty="0"/>
            <a:t>) used for prediction and the target variable (</a:t>
          </a:r>
          <a:r>
            <a:rPr lang="en-IN" sz="1300" b="1" kern="1200" dirty="0"/>
            <a:t>y</a:t>
          </a:r>
          <a:r>
            <a:rPr lang="en-IN" sz="1300" kern="1200" dirty="0"/>
            <a:t>) that the model learns to </a:t>
          </a:r>
          <a:r>
            <a:rPr lang="en-IN" sz="1300" kern="1200"/>
            <a:t>predict.</a:t>
          </a:r>
          <a:endParaRPr lang="en-IN" sz="1300" kern="1200" dirty="0"/>
        </a:p>
      </dsp:txBody>
      <dsp:txXfrm rot="-5400000">
        <a:off x="491127" y="1909685"/>
        <a:ext cx="9467292" cy="411522"/>
      </dsp:txXfrm>
    </dsp:sp>
    <dsp:sp modelId="{21D136AA-8DC6-4D65-998F-EFC649981BFA}">
      <dsp:nvSpPr>
        <dsp:cNvPr id="0" name=""/>
        <dsp:cNvSpPr/>
      </dsp:nvSpPr>
      <dsp:spPr>
        <a:xfrm rot="5400000">
          <a:off x="-105241" y="2620644"/>
          <a:ext cx="701610" cy="491127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48000" cap="flat" cmpd="thickThin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00" kern="1200" dirty="0"/>
            <a:t>Train-Test Split</a:t>
          </a:r>
        </a:p>
      </dsp:txBody>
      <dsp:txXfrm rot="-5400000">
        <a:off x="1" y="2760967"/>
        <a:ext cx="491127" cy="210483"/>
      </dsp:txXfrm>
    </dsp:sp>
    <dsp:sp modelId="{9ECE11B9-CD34-4A48-8F34-6828513A97C9}">
      <dsp:nvSpPr>
        <dsp:cNvPr id="0" name=""/>
        <dsp:cNvSpPr/>
      </dsp:nvSpPr>
      <dsp:spPr>
        <a:xfrm rot="5400000">
          <a:off x="5007881" y="-2001350"/>
          <a:ext cx="456046" cy="9489554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48000" cap="flat" cmpd="thickThin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8255" rIns="8255" bIns="8255" numCol="1" spcCol="1270" anchor="ctr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IN" sz="1300" kern="1200" dirty="0"/>
            <a:t>The data is split into training and testing sets so the model can be trained on one portion and evaluated on unseen data.</a:t>
          </a:r>
        </a:p>
      </dsp:txBody>
      <dsp:txXfrm rot="-5400000">
        <a:off x="491127" y="2537666"/>
        <a:ext cx="9467292" cy="411522"/>
      </dsp:txXfrm>
    </dsp:sp>
    <dsp:sp modelId="{E826EC8E-C11A-49EE-97BF-77709A783E38}">
      <dsp:nvSpPr>
        <dsp:cNvPr id="0" name=""/>
        <dsp:cNvSpPr/>
      </dsp:nvSpPr>
      <dsp:spPr>
        <a:xfrm rot="5400000">
          <a:off x="-105241" y="3248625"/>
          <a:ext cx="701610" cy="491127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48000" cap="flat" cmpd="thickThin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00" kern="1200" dirty="0"/>
            <a:t>KNN Model</a:t>
          </a:r>
        </a:p>
      </dsp:txBody>
      <dsp:txXfrm rot="-5400000">
        <a:off x="1" y="3388948"/>
        <a:ext cx="491127" cy="210483"/>
      </dsp:txXfrm>
    </dsp:sp>
    <dsp:sp modelId="{087FFFF9-0D61-49A5-BCFB-E5213537EE64}">
      <dsp:nvSpPr>
        <dsp:cNvPr id="0" name=""/>
        <dsp:cNvSpPr/>
      </dsp:nvSpPr>
      <dsp:spPr>
        <a:xfrm rot="5400000">
          <a:off x="5007881" y="-1373369"/>
          <a:ext cx="456046" cy="9489554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48000" cap="flat" cmpd="thickThin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8255" rIns="8255" bIns="8255" numCol="1" spcCol="1270" anchor="ctr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IN" sz="1300" kern="1200" dirty="0"/>
            <a:t>The K-Nearest Neighbours (KNN) algorithm predicts the class of a new data point based on the majority class of its nearest neighbours.</a:t>
          </a:r>
        </a:p>
      </dsp:txBody>
      <dsp:txXfrm rot="-5400000">
        <a:off x="491127" y="3165647"/>
        <a:ext cx="9467292" cy="411522"/>
      </dsp:txXfrm>
    </dsp:sp>
    <dsp:sp modelId="{A2C3DDC3-6BC9-4EA6-897F-EE01E5E966FE}">
      <dsp:nvSpPr>
        <dsp:cNvPr id="0" name=""/>
        <dsp:cNvSpPr/>
      </dsp:nvSpPr>
      <dsp:spPr>
        <a:xfrm rot="5400000">
          <a:off x="-105241" y="3876606"/>
          <a:ext cx="701610" cy="491127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48000" cap="flat" cmpd="thickThin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00" kern="1200" dirty="0"/>
            <a:t>Prediction</a:t>
          </a:r>
        </a:p>
      </dsp:txBody>
      <dsp:txXfrm rot="-5400000">
        <a:off x="1" y="4016929"/>
        <a:ext cx="491127" cy="210483"/>
      </dsp:txXfrm>
    </dsp:sp>
    <dsp:sp modelId="{C67A903F-0B6F-4C70-8595-327ADAEA4EA2}">
      <dsp:nvSpPr>
        <dsp:cNvPr id="0" name=""/>
        <dsp:cNvSpPr/>
      </dsp:nvSpPr>
      <dsp:spPr>
        <a:xfrm rot="5400000">
          <a:off x="5007881" y="-745388"/>
          <a:ext cx="456046" cy="9489554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48000" cap="flat" cmpd="thickThin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8255" rIns="8255" bIns="8255" numCol="1" spcCol="1270" anchor="ctr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IN" sz="1300" kern="1200" dirty="0"/>
            <a:t>The trained KNN model is used to predict the target values for the test data or new unseen data.</a:t>
          </a:r>
        </a:p>
      </dsp:txBody>
      <dsp:txXfrm rot="-5400000">
        <a:off x="491127" y="3793628"/>
        <a:ext cx="9467292" cy="411522"/>
      </dsp:txXfrm>
    </dsp:sp>
    <dsp:sp modelId="{22A1962E-9EB4-4A07-8D71-A2B8B071BD9A}">
      <dsp:nvSpPr>
        <dsp:cNvPr id="0" name=""/>
        <dsp:cNvSpPr/>
      </dsp:nvSpPr>
      <dsp:spPr>
        <a:xfrm rot="5400000">
          <a:off x="-105241" y="4504587"/>
          <a:ext cx="701610" cy="491127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48000" cap="flat" cmpd="thickThin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00" kern="1200" dirty="0"/>
            <a:t>Accuracy Evaluation</a:t>
          </a:r>
        </a:p>
      </dsp:txBody>
      <dsp:txXfrm rot="-5400000">
        <a:off x="1" y="4644910"/>
        <a:ext cx="491127" cy="210483"/>
      </dsp:txXfrm>
    </dsp:sp>
    <dsp:sp modelId="{71829784-C227-467B-B2D2-65F4F947FF5B}">
      <dsp:nvSpPr>
        <dsp:cNvPr id="0" name=""/>
        <dsp:cNvSpPr/>
      </dsp:nvSpPr>
      <dsp:spPr>
        <a:xfrm rot="5400000">
          <a:off x="5007881" y="-117408"/>
          <a:ext cx="456046" cy="9489554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48000" cap="flat" cmpd="thickThin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8255" rIns="8255" bIns="8255" numCol="1" spcCol="1270" anchor="ctr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IN" sz="1300" kern="1200" dirty="0"/>
            <a:t>The model's accuracy is calculated by comparing the predicted values with the actual target values to measure its </a:t>
          </a:r>
          <a:r>
            <a:rPr lang="en-IN" sz="1300" kern="1200"/>
            <a:t>performance.</a:t>
          </a:r>
          <a:endParaRPr lang="en-IN" sz="1300" kern="1200" dirty="0"/>
        </a:p>
      </dsp:txBody>
      <dsp:txXfrm rot="-5400000">
        <a:off x="491127" y="4421608"/>
        <a:ext cx="9467292" cy="41152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CEAAF3-9831-450B-8D59-2C09DB96C8FC}" type="datetimeFigureOut">
              <a:rPr lang="en-US"/>
              <a:t>7/16/2026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834459-7356-44BF-850D-8B30C4FB3B6B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690165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50CD79-FC16-4410-AB61-17F26E6D3BC8}" type="datetimeFigureOut">
              <a:rPr lang="en-US"/>
              <a:t>7/16/2026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3C37BE-C303-496D-B5CD-85F2937540F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508422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i="1" dirty="0">
                <a:latin typeface="Arial" pitchFamily="34" charset="0"/>
                <a:cs typeface="Arial" pitchFamily="34" charset="0"/>
              </a:rPr>
              <a:t>NOTE:</a:t>
            </a:r>
          </a:p>
          <a:p>
            <a:r>
              <a:rPr lang="en-US" i="1" dirty="0">
                <a:latin typeface="Arial" pitchFamily="34" charset="0"/>
                <a:cs typeface="Arial" pitchFamily="34" charset="0"/>
              </a:rPr>
              <a:t>To change the  image on this slide, select the picture and delete it. Then click the Pictures icon in the placeholder to insert your own image.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1502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24445" y="0"/>
            <a:ext cx="1747524" cy="229209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10096500" cy="2219691"/>
          </a:xfrm>
        </p:spPr>
        <p:txBody>
          <a:bodyPr anchor="ctr">
            <a:normAutofit/>
          </a:bodyPr>
          <a:lstStyle>
            <a:lvl1pPr algn="l">
              <a:defRPr sz="4400" cap="all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4898" y="4511784"/>
            <a:ext cx="10096501" cy="955565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fld id="{402B9795-92DC-40DC-A1CA-9A4B349D7824}" type="datetimeFigureOut">
              <a:rPr lang="en-US" smtClean="0"/>
              <a:pPr/>
              <a:t>7/16/2026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fld id="{0FF54DE5-C571-48E8-A5BC-B369434E2F4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756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7/16/2026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86876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5734050" cy="2219691"/>
          </a:xfrm>
        </p:spPr>
        <p:txBody>
          <a:bodyPr anchor="ctr">
            <a:normAutofit/>
          </a:bodyPr>
          <a:lstStyle>
            <a:lvl1pPr algn="l">
              <a:defRPr sz="4400" cap="all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4900" y="4511784"/>
            <a:ext cx="5734050" cy="955565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" name="Picture Placeholder 10" descr="An empty placeholder to add an image. Click on the placeholder and select the image that you wish to add."/>
          <p:cNvSpPr>
            <a:spLocks noGrp="1"/>
          </p:cNvSpPr>
          <p:nvPr>
            <p:ph type="pic" sz="quarter" idx="13"/>
          </p:nvPr>
        </p:nvSpPr>
        <p:spPr>
          <a:xfrm>
            <a:off x="6981063" y="1310656"/>
            <a:ext cx="5210937" cy="4208604"/>
          </a:xfrm>
          <a:solidFill>
            <a:schemeClr val="tx1">
              <a:lumMod val="20000"/>
              <a:lumOff val="80000"/>
            </a:schemeClr>
          </a:solidFill>
        </p:spPr>
        <p:txBody>
          <a:bodyPr tIns="1005840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4" name="Group 13"/>
          <p:cNvGrpSpPr/>
          <p:nvPr/>
        </p:nvGrpSpPr>
        <p:grpSpPr>
          <a:xfrm>
            <a:off x="0" y="1143000"/>
            <a:ext cx="12192000" cy="63125"/>
            <a:chOff x="507492" y="1501519"/>
            <a:chExt cx="8129016" cy="63125"/>
          </a:xfrm>
        </p:grpSpPr>
        <p:cxnSp>
          <p:nvCxnSpPr>
            <p:cNvPr id="15" name="Straight Connector 14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25880" y="0"/>
            <a:ext cx="1747524" cy="2292094"/>
          </a:xfrm>
          <a:prstGeom prst="rect">
            <a:avLst/>
          </a:prstGeom>
        </p:spPr>
      </p:pic>
      <p:grpSp>
        <p:nvGrpSpPr>
          <p:cNvPr id="13" name="Group 12"/>
          <p:cNvGrpSpPr/>
          <p:nvPr/>
        </p:nvGrpSpPr>
        <p:grpSpPr>
          <a:xfrm rot="10800000">
            <a:off x="0" y="5645510"/>
            <a:ext cx="12192000" cy="63125"/>
            <a:chOff x="507492" y="1501519"/>
            <a:chExt cx="8129016" cy="6312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Rectangle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673943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2514600"/>
            <a:ext cx="12192000" cy="3194035"/>
            <a:chOff x="647402" y="2514600"/>
            <a:chExt cx="10838688" cy="3194035"/>
          </a:xfrm>
        </p:grpSpPr>
        <p:grpSp>
          <p:nvGrpSpPr>
            <p:cNvPr id="9" name="Group 8"/>
            <p:cNvGrpSpPr/>
            <p:nvPr/>
          </p:nvGrpSpPr>
          <p:grpSpPr>
            <a:xfrm>
              <a:off x="647402" y="2514600"/>
              <a:ext cx="10838688" cy="63125"/>
              <a:chOff x="507492" y="1501519"/>
              <a:chExt cx="8129016" cy="63125"/>
            </a:xfrm>
          </p:grpSpPr>
          <p:cxnSp>
            <p:nvCxnSpPr>
              <p:cNvPr id="14" name="Straight Connector 13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Rectangle 9"/>
            <p:cNvSpPr/>
            <p:nvPr/>
          </p:nvSpPr>
          <p:spPr>
            <a:xfrm>
              <a:off x="647402" y="2640850"/>
              <a:ext cx="10838688" cy="294153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11" name="Group 10"/>
            <p:cNvGrpSpPr/>
            <p:nvPr/>
          </p:nvGrpSpPr>
          <p:grpSpPr>
            <a:xfrm rot="10800000">
              <a:off x="647402" y="5645510"/>
              <a:ext cx="10838688" cy="63125"/>
              <a:chOff x="507492" y="1501519"/>
              <a:chExt cx="8129016" cy="63125"/>
            </a:xfrm>
          </p:grpSpPr>
          <p:cxnSp>
            <p:nvCxnSpPr>
              <p:cNvPr id="12" name="Straight Connector 11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5880" y="0"/>
            <a:ext cx="1783188" cy="2971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4899" y="2971806"/>
            <a:ext cx="10071099" cy="1684150"/>
          </a:xfrm>
        </p:spPr>
        <p:txBody>
          <a:bodyPr anchor="ctr">
            <a:normAutofit/>
          </a:bodyPr>
          <a:lstStyle>
            <a:lvl1pPr>
              <a:defRPr sz="44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899" y="4655956"/>
            <a:ext cx="10071099" cy="50975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7/16/2026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02678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4900" y="1600200"/>
            <a:ext cx="4914900" cy="4571999"/>
          </a:xfr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4914900" cy="4571999"/>
          </a:xfr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7/16/2026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27791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4919472" cy="823912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4900" y="2424112"/>
            <a:ext cx="4919472" cy="37480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66110" y="1600200"/>
            <a:ext cx="4919472" cy="823912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66110" y="2424112"/>
            <a:ext cx="4919472" cy="37480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7/16/2026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71016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7/16/2026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58111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7/16/2026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2416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4384548" cy="457200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41848" y="1600199"/>
            <a:ext cx="5445252" cy="4572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7/16/2026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69764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3396996" cy="457200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4654671" y="1600199"/>
            <a:ext cx="6430912" cy="4572001"/>
          </a:xfrm>
        </p:spPr>
        <p:txBody>
          <a:bodyPr tIns="118872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7/16/2026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69637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7/16/2026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12076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372600" y="365125"/>
            <a:ext cx="17145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04900" y="365125"/>
            <a:ext cx="8098896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7/16/2026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  <p:grpSp>
        <p:nvGrpSpPr>
          <p:cNvPr id="7" name="Group 6"/>
          <p:cNvGrpSpPr/>
          <p:nvPr/>
        </p:nvGrpSpPr>
        <p:grpSpPr>
          <a:xfrm rot="5400000">
            <a:off x="6514047" y="3228843"/>
            <a:ext cx="5632704" cy="84403"/>
            <a:chOff x="1073150" y="1219201"/>
            <a:chExt cx="10058400" cy="63125"/>
          </a:xfrm>
        </p:grpSpPr>
        <p:cxnSp>
          <p:nvCxnSpPr>
            <p:cNvPr id="8" name="Straight Connector 7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45927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9982200" cy="45720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402B9795-92DC-40DC-A1CA-9A4B349D7824}" type="datetimeFigureOut">
              <a:rPr lang="en-US" smtClean="0"/>
              <a:pPr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34459" y="6356350"/>
            <a:ext cx="6323082" cy="365126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>
              <a:defRPr sz="1200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56782" y="6356351"/>
            <a:ext cx="18288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00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0FF54DE5-C571-48E8-A5BC-B369434E2F44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5" name="Group 14"/>
          <p:cNvGrpSpPr/>
          <p:nvPr/>
        </p:nvGrpSpPr>
        <p:grpSpPr>
          <a:xfrm>
            <a:off x="1103376" y="1219201"/>
            <a:ext cx="9985248" cy="84403"/>
            <a:chOff x="1073150" y="1219201"/>
            <a:chExt cx="10058400" cy="63125"/>
          </a:xfrm>
        </p:grpSpPr>
        <p:cxnSp>
          <p:nvCxnSpPr>
            <p:cNvPr id="13" name="Straight Connector 12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46251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696">
          <p15:clr>
            <a:srgbClr val="F26B43"/>
          </p15:clr>
        </p15:guide>
        <p15:guide id="2" pos="6984">
          <p15:clr>
            <a:srgbClr val="F26B43"/>
          </p15:clr>
        </p15:guide>
        <p15:guide id="3" orient="horz" pos="1008">
          <p15:clr>
            <a:srgbClr val="F26B43"/>
          </p15:clr>
        </p15:guide>
        <p15:guide id="4" orient="horz" pos="38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190501" y="2035420"/>
            <a:ext cx="5734050" cy="2219691"/>
          </a:xfrm>
        </p:spPr>
        <p:txBody>
          <a:bodyPr anchor="ctr">
            <a:normAutofit fontScale="90000"/>
          </a:bodyPr>
          <a:lstStyle/>
          <a:p>
            <a:r>
              <a:rPr lang="en-IN" dirty="0"/>
              <a:t>Instagram Spam Detection Using Machine Learning</a:t>
            </a:r>
            <a:endParaRPr lang="en-US" dirty="0"/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>
          <a:xfrm>
            <a:off x="960522" y="3998437"/>
            <a:ext cx="5734050" cy="1648383"/>
          </a:xfrm>
        </p:spPr>
        <p:txBody>
          <a:bodyPr>
            <a:normAutofit lnSpcReduction="10000"/>
          </a:bodyPr>
          <a:lstStyle/>
          <a:p>
            <a:pPr algn="r"/>
            <a:r>
              <a:rPr lang="en-IN" b="1" dirty="0"/>
              <a:t>Submitted By</a:t>
            </a:r>
            <a:endParaRPr lang="en-IN" dirty="0"/>
          </a:p>
          <a:p>
            <a:pPr algn="r"/>
            <a:r>
              <a:rPr lang="en-IN" dirty="0"/>
              <a:t>Dhruva  </a:t>
            </a:r>
          </a:p>
          <a:p>
            <a:pPr algn="r"/>
            <a:r>
              <a:rPr lang="en-IN" dirty="0"/>
              <a:t>Master of Commerce </a:t>
            </a:r>
          </a:p>
          <a:p>
            <a:pPr algn="r"/>
            <a:r>
              <a:rPr lang="en-IN" dirty="0"/>
              <a:t>University of Allahabad</a:t>
            </a:r>
          </a:p>
          <a:p>
            <a:pPr algn="r"/>
            <a:r>
              <a:rPr lang="en-IN" dirty="0"/>
              <a:t> </a:t>
            </a:r>
          </a:p>
          <a:p>
            <a:pPr algn="r"/>
            <a:r>
              <a:rPr lang="en-IN" b="1" dirty="0"/>
              <a:t>Guide</a:t>
            </a:r>
            <a:endParaRPr lang="en-IN" dirty="0"/>
          </a:p>
          <a:p>
            <a:pPr algn="r"/>
            <a:r>
              <a:rPr lang="en-IN" dirty="0"/>
              <a:t>Mr. Vikas Goel</a:t>
            </a:r>
          </a:p>
          <a:p>
            <a:endParaRPr lang="en-US" dirty="0"/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6C0EC97A-106E-16C3-2801-73E9F70BB04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9613" b="9613"/>
          <a:stretch/>
        </p:blipFill>
        <p:spPr>
          <a:prstGeom prst="rect">
            <a:avLst/>
          </a:prstGeom>
          <a:solidFill>
            <a:srgbClr val="514843">
              <a:lumMod val="20000"/>
              <a:lumOff val="80000"/>
            </a:srgbClr>
          </a:solidFill>
        </p:spPr>
      </p:pic>
    </p:spTree>
    <p:extLst>
      <p:ext uri="{BB962C8B-B14F-4D97-AF65-F5344CB8AC3E}">
        <p14:creationId xmlns:p14="http://schemas.microsoft.com/office/powerpoint/2010/main" val="1652133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DAD081-BC11-8AB6-4A33-D5BA571EF9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521" y="364332"/>
            <a:ext cx="4919472" cy="823912"/>
          </a:xfrm>
        </p:spPr>
        <p:txBody>
          <a:bodyPr>
            <a:normAutofit/>
          </a:bodyPr>
          <a:lstStyle/>
          <a:p>
            <a:r>
              <a:rPr lang="en-IN" sz="2800" dirty="0"/>
              <a:t>What is Instagram Spam?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FF5379-E349-7245-147C-60621FE5EF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04900" y="1909011"/>
            <a:ext cx="4919472" cy="4263189"/>
          </a:xfrm>
        </p:spPr>
        <p:txBody>
          <a:bodyPr/>
          <a:lstStyle/>
          <a:p>
            <a:pPr marL="0" indent="0">
              <a:buNone/>
            </a:pPr>
            <a:r>
              <a:rPr lang="en-IN" sz="2600" dirty="0"/>
              <a:t>Instagram spam accounts are fake profiles created to:</a:t>
            </a:r>
          </a:p>
          <a:p>
            <a:r>
              <a:rPr lang="en-IN" sz="2600" dirty="0"/>
              <a:t>Increase followers artificially </a:t>
            </a:r>
          </a:p>
          <a:p>
            <a:r>
              <a:rPr lang="en-IN" sz="2600" dirty="0"/>
              <a:t>Promote advertisements </a:t>
            </a:r>
          </a:p>
          <a:p>
            <a:r>
              <a:rPr lang="en-IN" sz="2600" dirty="0"/>
              <a:t>Send phishing or scam messages </a:t>
            </a:r>
          </a:p>
          <a:p>
            <a:r>
              <a:rPr lang="en-IN" sz="2600" dirty="0"/>
              <a:t>Spread malicious links </a:t>
            </a:r>
          </a:p>
          <a:p>
            <a:r>
              <a:rPr lang="en-IN" sz="2600" dirty="0"/>
              <a:t>Mislead genuine users</a:t>
            </a:r>
          </a:p>
          <a:p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C68042-596C-6E62-819B-D6F528FE2B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66110" y="364332"/>
            <a:ext cx="4919472" cy="823912"/>
          </a:xfrm>
        </p:spPr>
        <p:txBody>
          <a:bodyPr>
            <a:normAutofit/>
          </a:bodyPr>
          <a:lstStyle/>
          <a:p>
            <a:r>
              <a:rPr lang="en-IN" sz="2800" dirty="0"/>
              <a:t>Why detect spam?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DF1587-3505-6BE4-2015-810D4648F7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66110" y="1909011"/>
            <a:ext cx="4919472" cy="4263189"/>
          </a:xfrm>
        </p:spPr>
        <p:txBody>
          <a:bodyPr/>
          <a:lstStyle/>
          <a:p>
            <a:r>
              <a:rPr lang="en-IN" sz="2600" dirty="0"/>
              <a:t>Protects users from fraud </a:t>
            </a:r>
          </a:p>
          <a:p>
            <a:r>
              <a:rPr lang="en-IN" sz="2600" dirty="0"/>
              <a:t>Improves user experience </a:t>
            </a:r>
          </a:p>
          <a:p>
            <a:r>
              <a:rPr lang="en-IN" sz="2600" dirty="0"/>
              <a:t>Prevents fake engagement </a:t>
            </a:r>
          </a:p>
          <a:p>
            <a:r>
              <a:rPr lang="en-IN" sz="2600" dirty="0"/>
              <a:t>Helps social media platforms maintain trust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993760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25936-3B68-4649-CFDC-ADA5C24A5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/>
              <a:t>Problem Statement &amp;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1037ED-CDEF-8876-56C0-65A00CA1C1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2400" b="1" dirty="0"/>
              <a:t>Problem Statement</a:t>
            </a:r>
          </a:p>
          <a:p>
            <a:r>
              <a:rPr lang="en-IN" dirty="0"/>
              <a:t>It is difficult to manually identify fake Instagram accounts because millions of new accounts are created every day.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sz="2400" b="1" dirty="0"/>
              <a:t>Objective</a:t>
            </a:r>
          </a:p>
          <a:p>
            <a:r>
              <a:rPr lang="en-IN" dirty="0"/>
              <a:t>Develop a machine learning model that predicts whether an Instagram account is:</a:t>
            </a:r>
          </a:p>
          <a:p>
            <a:r>
              <a:rPr lang="en-IN" dirty="0"/>
              <a:t>Genuine </a:t>
            </a:r>
          </a:p>
          <a:p>
            <a:r>
              <a:rPr lang="en-IN" dirty="0"/>
              <a:t>Fake (Spam) </a:t>
            </a:r>
          </a:p>
          <a:p>
            <a:r>
              <a:rPr lang="en-IN" dirty="0"/>
              <a:t>using account profile features.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05199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9759E-C265-57FB-CC58-B9A3DE337A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Dataset Features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7AA8F53-E769-E3CD-F1F0-EDC159F54C2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95374579"/>
              </p:ext>
            </p:extLst>
          </p:nvPr>
        </p:nvGraphicFramePr>
        <p:xfrm>
          <a:off x="1104900" y="1411703"/>
          <a:ext cx="6862656" cy="5197640"/>
        </p:xfrm>
        <a:graphic>
          <a:graphicData uri="http://schemas.openxmlformats.org/drawingml/2006/table">
            <a:tbl>
              <a:tblPr/>
              <a:tblGrid>
                <a:gridCol w="3431328">
                  <a:extLst>
                    <a:ext uri="{9D8B030D-6E8A-4147-A177-3AD203B41FA5}">
                      <a16:colId xmlns:a16="http://schemas.microsoft.com/office/drawing/2014/main" val="2278896594"/>
                    </a:ext>
                  </a:extLst>
                </a:gridCol>
                <a:gridCol w="3431328">
                  <a:extLst>
                    <a:ext uri="{9D8B030D-6E8A-4147-A177-3AD203B41FA5}">
                      <a16:colId xmlns:a16="http://schemas.microsoft.com/office/drawing/2014/main" val="3412014087"/>
                    </a:ext>
                  </a:extLst>
                </a:gridCol>
              </a:tblGrid>
              <a:tr h="3712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Feature</a:t>
                      </a:r>
                    </a:p>
                  </a:txBody>
                  <a:tcPr marL="81643" marR="81643" marT="40821" marB="408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Description</a:t>
                      </a:r>
                    </a:p>
                  </a:txBody>
                  <a:tcPr marL="81643" marR="81643" marT="40821" marB="408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4740135"/>
                  </a:ext>
                </a:extLst>
              </a:tr>
              <a:tr h="3712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edge_followed_by</a:t>
                      </a:r>
                    </a:p>
                  </a:txBody>
                  <a:tcPr marL="81643" marR="81643" marT="40821" marB="408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Number of followers</a:t>
                      </a:r>
                    </a:p>
                  </a:txBody>
                  <a:tcPr marL="81643" marR="81643" marT="40821" marB="408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5495578"/>
                  </a:ext>
                </a:extLst>
              </a:tr>
              <a:tr h="3712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edge_follow</a:t>
                      </a:r>
                    </a:p>
                  </a:txBody>
                  <a:tcPr marL="81643" marR="81643" marT="40821" marB="408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Number of following</a:t>
                      </a:r>
                    </a:p>
                  </a:txBody>
                  <a:tcPr marL="81643" marR="81643" marT="40821" marB="408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482349"/>
                  </a:ext>
                </a:extLst>
              </a:tr>
              <a:tr h="3712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username_length</a:t>
                      </a:r>
                    </a:p>
                  </a:txBody>
                  <a:tcPr marL="81643" marR="81643" marT="40821" marB="408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Username length</a:t>
                      </a:r>
                    </a:p>
                  </a:txBody>
                  <a:tcPr marL="81643" marR="81643" marT="40821" marB="408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4759392"/>
                  </a:ext>
                </a:extLst>
              </a:tr>
              <a:tr h="3712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username_has_number</a:t>
                      </a:r>
                    </a:p>
                  </a:txBody>
                  <a:tcPr marL="81643" marR="81643" marT="40821" marB="408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Username contains numbers</a:t>
                      </a:r>
                    </a:p>
                  </a:txBody>
                  <a:tcPr marL="81643" marR="81643" marT="40821" marB="408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1785943"/>
                  </a:ext>
                </a:extLst>
              </a:tr>
              <a:tr h="3712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full_name_has_number</a:t>
                      </a:r>
                    </a:p>
                  </a:txBody>
                  <a:tcPr marL="81643" marR="81643" marT="40821" marB="408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Full name contains numbers</a:t>
                      </a:r>
                    </a:p>
                  </a:txBody>
                  <a:tcPr marL="81643" marR="81643" marT="40821" marB="408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9172338"/>
                  </a:ext>
                </a:extLst>
              </a:tr>
              <a:tr h="3712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full_name_length</a:t>
                      </a:r>
                    </a:p>
                  </a:txBody>
                  <a:tcPr marL="81643" marR="81643" marT="40821" marB="408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Length of full name</a:t>
                      </a:r>
                    </a:p>
                  </a:txBody>
                  <a:tcPr marL="81643" marR="81643" marT="40821" marB="408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2637982"/>
                  </a:ext>
                </a:extLst>
              </a:tr>
              <a:tr h="3712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is_private</a:t>
                      </a:r>
                    </a:p>
                  </a:txBody>
                  <a:tcPr marL="81643" marR="81643" marT="40821" marB="408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Private account or not</a:t>
                      </a:r>
                    </a:p>
                  </a:txBody>
                  <a:tcPr marL="81643" marR="81643" marT="40821" marB="408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4703659"/>
                  </a:ext>
                </a:extLst>
              </a:tr>
              <a:tr h="3712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is_joined_recently</a:t>
                      </a:r>
                    </a:p>
                  </a:txBody>
                  <a:tcPr marL="81643" marR="81643" marT="40821" marB="408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Recently created account</a:t>
                      </a:r>
                    </a:p>
                  </a:txBody>
                  <a:tcPr marL="81643" marR="81643" marT="40821" marB="408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5170350"/>
                  </a:ext>
                </a:extLst>
              </a:tr>
              <a:tr h="3712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has_channel</a:t>
                      </a:r>
                    </a:p>
                  </a:txBody>
                  <a:tcPr marL="81643" marR="81643" marT="40821" marB="408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Has broadcast channel</a:t>
                      </a:r>
                    </a:p>
                  </a:txBody>
                  <a:tcPr marL="81643" marR="81643" marT="40821" marB="408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8052672"/>
                  </a:ext>
                </a:extLst>
              </a:tr>
              <a:tr h="3712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is_business_account</a:t>
                      </a:r>
                    </a:p>
                  </a:txBody>
                  <a:tcPr marL="81643" marR="81643" marT="40821" marB="408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Business account</a:t>
                      </a:r>
                    </a:p>
                  </a:txBody>
                  <a:tcPr marL="81643" marR="81643" marT="40821" marB="408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7733622"/>
                  </a:ext>
                </a:extLst>
              </a:tr>
              <a:tr h="3712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has_guides</a:t>
                      </a:r>
                    </a:p>
                  </a:txBody>
                  <a:tcPr marL="81643" marR="81643" marT="40821" marB="408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Uses Instagram guides</a:t>
                      </a:r>
                    </a:p>
                  </a:txBody>
                  <a:tcPr marL="81643" marR="81643" marT="40821" marB="408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397519"/>
                  </a:ext>
                </a:extLst>
              </a:tr>
              <a:tr h="3712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has_external_url</a:t>
                      </a:r>
                    </a:p>
                  </a:txBody>
                  <a:tcPr marL="81643" marR="81643" marT="40821" marB="408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External website link</a:t>
                      </a:r>
                    </a:p>
                  </a:txBody>
                  <a:tcPr marL="81643" marR="81643" marT="40821" marB="408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5598266"/>
                  </a:ext>
                </a:extLst>
              </a:tr>
              <a:tr h="3712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is_fake</a:t>
                      </a:r>
                    </a:p>
                  </a:txBody>
                  <a:tcPr marL="81643" marR="81643" marT="40821" marB="408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Target column</a:t>
                      </a:r>
                    </a:p>
                  </a:txBody>
                  <a:tcPr marL="81643" marR="81643" marT="40821" marB="408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889257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AC21C570-B588-F17B-0F5F-0C002D149A75}"/>
              </a:ext>
            </a:extLst>
          </p:cNvPr>
          <p:cNvSpPr txBox="1"/>
          <p:nvPr/>
        </p:nvSpPr>
        <p:spPr>
          <a:xfrm>
            <a:off x="8582527" y="4578018"/>
            <a:ext cx="340092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u="sng" dirty="0"/>
              <a:t>NOTES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Dataset contains fake and genuine Instagram accounts.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No missing values.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Duplicate records were removed.</a:t>
            </a:r>
          </a:p>
        </p:txBody>
      </p:sp>
    </p:spTree>
    <p:extLst>
      <p:ext uri="{BB962C8B-B14F-4D97-AF65-F5344CB8AC3E}">
        <p14:creationId xmlns:p14="http://schemas.microsoft.com/office/powerpoint/2010/main" val="1093733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36495-370C-B7A5-02C3-E1EDDFE7AC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1950" y="2131771"/>
            <a:ext cx="4135405" cy="1802022"/>
          </a:xfrm>
        </p:spPr>
        <p:txBody>
          <a:bodyPr>
            <a:normAutofit/>
          </a:bodyPr>
          <a:lstStyle/>
          <a:p>
            <a:r>
              <a:rPr lang="en-IN" sz="3600" dirty="0"/>
              <a:t>Exploratory Data Analysis (EDA)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421CBD-8698-02C5-337A-208FAD68E8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1950" y="3966873"/>
            <a:ext cx="5267226" cy="1264149"/>
          </a:xfrm>
        </p:spPr>
        <p:txBody>
          <a:bodyPr>
            <a:normAutofit fontScale="92500" lnSpcReduction="2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200" dirty="0"/>
              <a:t>Fake accounts are more than genuine accounts.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200" dirty="0"/>
              <a:t>Followers and following show different patterns.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200" dirty="0"/>
              <a:t>Username lengths vary among accounts.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  <p:pic>
        <p:nvPicPr>
          <p:cNvPr id="16" name="Picture Placeholder 15">
            <a:extLst>
              <a:ext uri="{FF2B5EF4-FFF2-40B4-BE49-F238E27FC236}">
                <a16:creationId xmlns:a16="http://schemas.microsoft.com/office/drawing/2014/main" id="{13055258-A07C-0D07-25D0-AEDAFF3892B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04" r="6104"/>
          <a:stretch>
            <a:fillRect/>
          </a:stretch>
        </p:blipFill>
        <p:spPr>
          <a:xfrm>
            <a:off x="5754484" y="1176908"/>
            <a:ext cx="2917248" cy="1954193"/>
          </a:xfrm>
          <a:prstGeom prst="rect">
            <a:avLst/>
          </a:prstGeom>
          <a:solidFill>
            <a:srgbClr val="514843">
              <a:lumMod val="20000"/>
              <a:lumOff val="80000"/>
            </a:srgbClr>
          </a:solidFill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0C8C07A-65C0-E739-CFB6-887BA6EE9AF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1934" y="1154675"/>
            <a:ext cx="2582779" cy="195419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E440DCB2-30D1-63EA-580A-C088C0D15E2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4371" y="3429000"/>
            <a:ext cx="2917248" cy="1802022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829A78CE-8CED-4D95-0C37-6AD7A34D0163}"/>
              </a:ext>
            </a:extLst>
          </p:cNvPr>
          <p:cNvSpPr txBox="1"/>
          <p:nvPr/>
        </p:nvSpPr>
        <p:spPr>
          <a:xfrm>
            <a:off x="5754371" y="3112567"/>
            <a:ext cx="2917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BAR GRAPH</a:t>
            </a:r>
            <a:endParaRPr lang="en-IN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D385235-EBDF-6067-E10C-DFF1570AB042}"/>
              </a:ext>
            </a:extLst>
          </p:cNvPr>
          <p:cNvSpPr txBox="1"/>
          <p:nvPr/>
        </p:nvSpPr>
        <p:spPr>
          <a:xfrm>
            <a:off x="9241934" y="3108868"/>
            <a:ext cx="25827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SCATTER PLOT</a:t>
            </a:r>
            <a:endParaRPr lang="en-IN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BC174CF-E1A0-EEAC-C783-98C19A518773}"/>
              </a:ext>
            </a:extLst>
          </p:cNvPr>
          <p:cNvSpPr txBox="1"/>
          <p:nvPr/>
        </p:nvSpPr>
        <p:spPr>
          <a:xfrm>
            <a:off x="5754371" y="5232892"/>
            <a:ext cx="2917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HISTOGRAM</a:t>
            </a:r>
            <a:endParaRPr lang="en-IN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A7FC4CD-3017-6944-50AD-5AB94109148C}"/>
              </a:ext>
            </a:extLst>
          </p:cNvPr>
          <p:cNvSpPr txBox="1"/>
          <p:nvPr/>
        </p:nvSpPr>
        <p:spPr>
          <a:xfrm>
            <a:off x="9241934" y="5232892"/>
            <a:ext cx="2917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PIE CHART</a:t>
            </a:r>
            <a:endParaRPr lang="en-IN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8FBA73E1-8507-6518-CED4-539FDF8DF87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1821" y="3478200"/>
            <a:ext cx="2582779" cy="1752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931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FF43A-5854-900C-9898-39A44E0B4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400" dirty="0"/>
              <a:t>Machine Learning Process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E0BE79DF-18B3-2257-223B-94ADA3886C0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42687539"/>
              </p:ext>
            </p:extLst>
          </p:nvPr>
        </p:nvGraphicFramePr>
        <p:xfrm>
          <a:off x="1104900" y="1469985"/>
          <a:ext cx="9980682" cy="51044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65756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86325-06BC-0E98-32C5-A056CEE0D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/>
              <a:t>K-Nearest Neighbours (KNN)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1B4CBE-8701-D04B-86B2-CA6250B242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9315" y="1795811"/>
            <a:ext cx="4914900" cy="4571999"/>
          </a:xfrm>
        </p:spPr>
        <p:txBody>
          <a:bodyPr>
            <a:normAutofit/>
          </a:bodyPr>
          <a:lstStyle/>
          <a:p>
            <a:r>
              <a:rPr lang="en-IN" sz="2400" dirty="0"/>
              <a:t>KNN predicts the class of a new account by looking at the majority class among its nearest neighbours.</a:t>
            </a:r>
          </a:p>
          <a:p>
            <a:r>
              <a:rPr lang="en-IN" sz="2400" dirty="0"/>
              <a:t>Supervised Machine Learning algorithm.</a:t>
            </a:r>
          </a:p>
          <a:p>
            <a:r>
              <a:rPr lang="en-IN" sz="2400" dirty="0"/>
              <a:t>Finds the nearest data points.</a:t>
            </a:r>
          </a:p>
          <a:p>
            <a:r>
              <a:rPr lang="en-IN" sz="2400" dirty="0"/>
              <a:t>Uses majority voting Predicts. </a:t>
            </a:r>
          </a:p>
          <a:p>
            <a:r>
              <a:rPr lang="en-IN" sz="2400" dirty="0"/>
              <a:t>Fake or Genuine account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15DF5C-10A9-D9E1-2342-7063F77408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72560" y="1483262"/>
            <a:ext cx="5761781" cy="442847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2800" b="1" dirty="0"/>
              <a:t>How KNN Works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C069AFB-4336-B22B-A26F-30C2605729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4443550"/>
              </p:ext>
            </p:extLst>
          </p:nvPr>
        </p:nvGraphicFramePr>
        <p:xfrm>
          <a:off x="5683170" y="2057888"/>
          <a:ext cx="5552886" cy="914400"/>
        </p:xfrm>
        <a:graphic>
          <a:graphicData uri="http://schemas.openxmlformats.org/drawingml/2006/table">
            <a:tbl>
              <a:tblPr/>
              <a:tblGrid>
                <a:gridCol w="1380264">
                  <a:extLst>
                    <a:ext uri="{9D8B030D-6E8A-4147-A177-3AD203B41FA5}">
                      <a16:colId xmlns:a16="http://schemas.microsoft.com/office/drawing/2014/main" val="866498877"/>
                    </a:ext>
                  </a:extLst>
                </a:gridCol>
                <a:gridCol w="1390874">
                  <a:extLst>
                    <a:ext uri="{9D8B030D-6E8A-4147-A177-3AD203B41FA5}">
                      <a16:colId xmlns:a16="http://schemas.microsoft.com/office/drawing/2014/main" val="3481233420"/>
                    </a:ext>
                  </a:extLst>
                </a:gridCol>
                <a:gridCol w="1390874">
                  <a:extLst>
                    <a:ext uri="{9D8B030D-6E8A-4147-A177-3AD203B41FA5}">
                      <a16:colId xmlns:a16="http://schemas.microsoft.com/office/drawing/2014/main" val="3950694020"/>
                    </a:ext>
                  </a:extLst>
                </a:gridCol>
                <a:gridCol w="1390874">
                  <a:extLst>
                    <a:ext uri="{9D8B030D-6E8A-4147-A177-3AD203B41FA5}">
                      <a16:colId xmlns:a16="http://schemas.microsoft.com/office/drawing/2014/main" val="3142594813"/>
                    </a:ext>
                  </a:extLst>
                </a:gridCol>
              </a:tblGrid>
              <a:tr h="4850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Followers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Following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Username Length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Prediction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3251700"/>
                  </a:ext>
                </a:extLst>
              </a:tr>
              <a:tr h="2771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200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180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12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0823545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5B5E8B3-95D6-556C-47AD-24FC60B68E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5999807"/>
              </p:ext>
            </p:extLst>
          </p:nvPr>
        </p:nvGraphicFramePr>
        <p:xfrm>
          <a:off x="6247389" y="4284493"/>
          <a:ext cx="3650638" cy="1341120"/>
        </p:xfrm>
        <a:graphic>
          <a:graphicData uri="http://schemas.openxmlformats.org/drawingml/2006/table">
            <a:tbl>
              <a:tblPr/>
              <a:tblGrid>
                <a:gridCol w="2708476">
                  <a:extLst>
                    <a:ext uri="{9D8B030D-6E8A-4147-A177-3AD203B41FA5}">
                      <a16:colId xmlns:a16="http://schemas.microsoft.com/office/drawing/2014/main" val="4241785584"/>
                    </a:ext>
                  </a:extLst>
                </a:gridCol>
                <a:gridCol w="942162">
                  <a:extLst>
                    <a:ext uri="{9D8B030D-6E8A-4147-A177-3AD203B41FA5}">
                      <a16:colId xmlns:a16="http://schemas.microsoft.com/office/drawing/2014/main" val="47038352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Nearest Account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Class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3630661"/>
                  </a:ext>
                </a:extLst>
              </a:tr>
              <a:tr h="3290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Account 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Fake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4238639"/>
                  </a:ext>
                </a:extLst>
              </a:tr>
              <a:tr h="3290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Account 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Fake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1268194"/>
                  </a:ext>
                </a:extLst>
              </a:tr>
              <a:tr h="3290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Account 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Genuine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889810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3DD2008-5808-18D1-4B36-22E742BC1D13}"/>
              </a:ext>
            </a:extLst>
          </p:cNvPr>
          <p:cNvSpPr txBox="1"/>
          <p:nvPr/>
        </p:nvSpPr>
        <p:spPr>
          <a:xfrm>
            <a:off x="5522086" y="5731628"/>
            <a:ext cx="55634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Since </a:t>
            </a:r>
            <a:r>
              <a:rPr lang="en-IN" b="1" dirty="0"/>
              <a:t>2 out of 3 nearest neighbours are Fake</a:t>
            </a:r>
            <a:r>
              <a:rPr lang="en-IN" dirty="0"/>
              <a:t>, the new account is classified as: </a:t>
            </a:r>
            <a:r>
              <a:rPr lang="en-IN" b="1" dirty="0"/>
              <a:t>Fake Account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905563-F161-C3EF-148D-876D77782CB9}"/>
              </a:ext>
            </a:extLst>
          </p:cNvPr>
          <p:cNvSpPr txBox="1"/>
          <p:nvPr/>
        </p:nvSpPr>
        <p:spPr>
          <a:xfrm>
            <a:off x="5510273" y="3233684"/>
            <a:ext cx="53567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KNN predicts the class of a new account by looking at the majority class among its nearest neighbours.</a:t>
            </a:r>
          </a:p>
        </p:txBody>
      </p:sp>
    </p:spTree>
    <p:extLst>
      <p:ext uri="{BB962C8B-B14F-4D97-AF65-F5344CB8AC3E}">
        <p14:creationId xmlns:p14="http://schemas.microsoft.com/office/powerpoint/2010/main" val="705548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05B96-1017-9E5D-F84C-76C30F369C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Results</a:t>
            </a:r>
            <a:endParaRPr lang="en-IN" sz="4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FC1384-17DA-1925-2E37-0712FCE0D529}"/>
              </a:ext>
            </a:extLst>
          </p:cNvPr>
          <p:cNvSpPr txBox="1"/>
          <p:nvPr/>
        </p:nvSpPr>
        <p:spPr>
          <a:xfrm>
            <a:off x="972274" y="1527858"/>
            <a:ext cx="4849792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IN" sz="1600" dirty="0"/>
              <a:t>========== KNN ==========</a:t>
            </a:r>
          </a:p>
          <a:p>
            <a:pPr marL="171450" indent="-171450" latinLnBrk="1">
              <a:buFont typeface="Arial" panose="020B0604020202020204" pitchFamily="34" charset="0"/>
              <a:buChar char="•"/>
            </a:pPr>
            <a:r>
              <a:rPr lang="en-IN" sz="1200" dirty="0"/>
              <a:t>Accuracy = 0.8535031847133758</a:t>
            </a:r>
          </a:p>
          <a:p>
            <a:pPr marL="171450" indent="-171450" latinLnBrk="1">
              <a:buFont typeface="Arial" panose="020B0604020202020204" pitchFamily="34" charset="0"/>
              <a:buChar char="•"/>
            </a:pPr>
            <a:r>
              <a:rPr lang="en-IN" sz="1200" dirty="0"/>
              <a:t>Confusion Matrix</a:t>
            </a:r>
          </a:p>
          <a:p>
            <a:pPr latinLnBrk="1"/>
            <a:r>
              <a:rPr lang="en-IN" sz="1200" dirty="0"/>
              <a:t>[[  3  16]</a:t>
            </a:r>
          </a:p>
          <a:p>
            <a:pPr latinLnBrk="1"/>
            <a:r>
              <a:rPr lang="en-IN" sz="1200" dirty="0"/>
              <a:t> [  7 131]]</a:t>
            </a:r>
          </a:p>
          <a:p>
            <a:pPr marL="171450" indent="-171450" latinLnBrk="1">
              <a:buFont typeface="Arial" panose="020B0604020202020204" pitchFamily="34" charset="0"/>
              <a:buChar char="•"/>
            </a:pPr>
            <a:r>
              <a:rPr lang="en-IN" sz="1200" dirty="0"/>
              <a:t>Classification Report</a:t>
            </a:r>
          </a:p>
          <a:p>
            <a:pPr latinLnBrk="1"/>
            <a:r>
              <a:rPr lang="en-IN" sz="1200" dirty="0"/>
              <a:t>              precision    recall  f1-score   support</a:t>
            </a:r>
          </a:p>
          <a:p>
            <a:pPr latinLnBrk="1"/>
            <a:endParaRPr lang="en-IN" sz="1200" dirty="0"/>
          </a:p>
          <a:p>
            <a:pPr latinLnBrk="1"/>
            <a:r>
              <a:rPr lang="en-IN" sz="1200" dirty="0"/>
              <a:t>           0       0.30      0.16      0.21        19</a:t>
            </a:r>
          </a:p>
          <a:p>
            <a:pPr latinLnBrk="1"/>
            <a:r>
              <a:rPr lang="en-IN" sz="1200" dirty="0"/>
              <a:t>           1       0.89      0.95      0.92       138</a:t>
            </a:r>
          </a:p>
          <a:p>
            <a:pPr latinLnBrk="1"/>
            <a:endParaRPr lang="en-IN" sz="1200" dirty="0"/>
          </a:p>
          <a:p>
            <a:pPr latinLnBrk="1"/>
            <a:r>
              <a:rPr lang="en-IN" sz="1200" dirty="0"/>
              <a:t>    accuracy                           0.85       157</a:t>
            </a:r>
          </a:p>
          <a:p>
            <a:pPr latinLnBrk="1"/>
            <a:r>
              <a:rPr lang="en-IN" sz="1200" dirty="0"/>
              <a:t>   macro avg.       0.60      0.55      0.56       157</a:t>
            </a:r>
          </a:p>
          <a:p>
            <a:pPr latinLnBrk="1"/>
            <a:r>
              <a:rPr lang="en-IN" sz="1200" dirty="0"/>
              <a:t>weighted avg.       0.82      0.85      0.83       157</a:t>
            </a:r>
          </a:p>
          <a:p>
            <a:br>
              <a:rPr lang="en-IN" dirty="0"/>
            </a:b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41BBA1-C56D-DC52-9A0A-9349E06B103C}"/>
              </a:ext>
            </a:extLst>
          </p:cNvPr>
          <p:cNvSpPr txBox="1"/>
          <p:nvPr/>
        </p:nvSpPr>
        <p:spPr>
          <a:xfrm>
            <a:off x="6095241" y="1655180"/>
            <a:ext cx="4541134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IN" sz="1600" dirty="0"/>
              <a:t>========== Decision Tree ==========</a:t>
            </a:r>
          </a:p>
          <a:p>
            <a:pPr marL="171450" indent="-171450" latinLnBrk="1">
              <a:buFont typeface="Arial" panose="020B0604020202020204" pitchFamily="34" charset="0"/>
              <a:buChar char="•"/>
            </a:pPr>
            <a:r>
              <a:rPr lang="en-IN" sz="1200" dirty="0"/>
              <a:t>Accuracy = 0.89171974522293</a:t>
            </a:r>
          </a:p>
          <a:p>
            <a:pPr marL="171450" indent="-171450" latinLnBrk="1">
              <a:buFont typeface="Arial" panose="020B0604020202020204" pitchFamily="34" charset="0"/>
              <a:buChar char="•"/>
            </a:pPr>
            <a:r>
              <a:rPr lang="en-IN" sz="1200" dirty="0"/>
              <a:t>Confusion Matrix</a:t>
            </a:r>
          </a:p>
          <a:p>
            <a:pPr latinLnBrk="1"/>
            <a:r>
              <a:rPr lang="en-IN" sz="1200" dirty="0"/>
              <a:t>[[ 12   7]</a:t>
            </a:r>
          </a:p>
          <a:p>
            <a:pPr latinLnBrk="1"/>
            <a:r>
              <a:rPr lang="en-IN" sz="1200" dirty="0"/>
              <a:t> [ 10 128]]</a:t>
            </a:r>
          </a:p>
          <a:p>
            <a:pPr marL="171450" indent="-171450" latinLnBrk="1">
              <a:buFont typeface="Arial" panose="020B0604020202020204" pitchFamily="34" charset="0"/>
              <a:buChar char="•"/>
            </a:pPr>
            <a:r>
              <a:rPr lang="en-IN" sz="1200" dirty="0"/>
              <a:t>Classification Report</a:t>
            </a:r>
          </a:p>
          <a:p>
            <a:pPr latinLnBrk="1"/>
            <a:r>
              <a:rPr lang="en-IN" sz="1200" dirty="0"/>
              <a:t>              precision    recall  f1-score   support</a:t>
            </a:r>
          </a:p>
          <a:p>
            <a:pPr latinLnBrk="1"/>
            <a:endParaRPr lang="en-IN" sz="1200" dirty="0"/>
          </a:p>
          <a:p>
            <a:pPr latinLnBrk="1"/>
            <a:r>
              <a:rPr lang="en-IN" sz="1200" dirty="0"/>
              <a:t>           0       0.55      0.63      0.59        19</a:t>
            </a:r>
          </a:p>
          <a:p>
            <a:pPr latinLnBrk="1"/>
            <a:r>
              <a:rPr lang="en-IN" sz="1200" dirty="0"/>
              <a:t>           1       0.95      0.93      0.94       138</a:t>
            </a:r>
          </a:p>
          <a:p>
            <a:pPr latinLnBrk="1"/>
            <a:endParaRPr lang="en-IN" sz="1200" dirty="0"/>
          </a:p>
          <a:p>
            <a:pPr latinLnBrk="1"/>
            <a:r>
              <a:rPr lang="en-IN" sz="1200" dirty="0"/>
              <a:t>    accuracy                           0.89       157</a:t>
            </a:r>
          </a:p>
          <a:p>
            <a:pPr latinLnBrk="1"/>
            <a:r>
              <a:rPr lang="en-IN" sz="1200" dirty="0"/>
              <a:t>   macro avg.       0.75      0.78      0.76       157</a:t>
            </a:r>
          </a:p>
          <a:p>
            <a:pPr latinLnBrk="1"/>
            <a:r>
              <a:rPr lang="en-IN" sz="1200" dirty="0"/>
              <a:t>weighted avg.       0.90      0.89      0.90       157</a:t>
            </a:r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AD3ED3A-9B75-D245-C5FE-9A1982358F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804" y="4529284"/>
            <a:ext cx="4109012" cy="208168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A21DFA0-40D1-0EB7-4980-9D6E9DEFAD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241" y="4529284"/>
            <a:ext cx="4264101" cy="1952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88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E8BDF-6976-9140-EBFE-BE43DFE7F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800" dirty="0"/>
              <a:t>Advantages &amp; 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674648-6481-BF73-2E38-5DFE735159B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endParaRPr lang="en-IN" sz="3000" b="1" dirty="0"/>
          </a:p>
          <a:p>
            <a:pPr marL="0" indent="0">
              <a:buNone/>
            </a:pPr>
            <a:r>
              <a:rPr lang="en-IN" sz="3200" b="1" dirty="0"/>
              <a:t>Advantages</a:t>
            </a:r>
          </a:p>
          <a:p>
            <a:endParaRPr lang="en-IN" dirty="0"/>
          </a:p>
          <a:p>
            <a:r>
              <a:rPr lang="en-IN" dirty="0"/>
              <a:t>Simple to implement </a:t>
            </a:r>
          </a:p>
          <a:p>
            <a:r>
              <a:rPr lang="en-IN" dirty="0"/>
              <a:t>Easy to understand </a:t>
            </a:r>
          </a:p>
          <a:p>
            <a:r>
              <a:rPr lang="en-IN" dirty="0"/>
              <a:t>Good accuracy </a:t>
            </a:r>
          </a:p>
          <a:p>
            <a:r>
              <a:rPr lang="en-IN" dirty="0"/>
              <a:t>Useful for spam detection</a:t>
            </a:r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443266-3E89-3474-F48C-1751877AF35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endParaRPr lang="en-IN" sz="3000" b="1" dirty="0"/>
          </a:p>
          <a:p>
            <a:pPr marL="0" indent="0">
              <a:buNone/>
            </a:pPr>
            <a:r>
              <a:rPr lang="en-IN" sz="3200" b="1" dirty="0"/>
              <a:t>Limitations</a:t>
            </a:r>
          </a:p>
          <a:p>
            <a:endParaRPr lang="en-IN" dirty="0"/>
          </a:p>
          <a:p>
            <a:r>
              <a:rPr lang="en-IN" dirty="0"/>
              <a:t>Dataset is imbalanced </a:t>
            </a:r>
          </a:p>
          <a:p>
            <a:r>
              <a:rPr lang="en-IN" dirty="0"/>
              <a:t>Accuracy depends on value of K </a:t>
            </a:r>
          </a:p>
          <a:p>
            <a:r>
              <a:rPr lang="en-IN" dirty="0"/>
              <a:t>Larger datasets increase prediction time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66926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C5033-0980-AD57-F0EA-4C041874E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800" dirty="0"/>
              <a:t>Conclusion &amp; 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60C29A-BD6B-38C3-8AA4-DEDF338E83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04900" y="1600200"/>
            <a:ext cx="4288903" cy="4233441"/>
          </a:xfrm>
        </p:spPr>
        <p:txBody>
          <a:bodyPr/>
          <a:lstStyle/>
          <a:p>
            <a:pPr marL="0" indent="0">
              <a:buNone/>
            </a:pPr>
            <a:r>
              <a:rPr lang="en-IN" sz="3200" b="1" dirty="0"/>
              <a:t>Conclusion</a:t>
            </a:r>
          </a:p>
          <a:p>
            <a:pPr marL="0" indent="0">
              <a:buNone/>
            </a:pPr>
            <a:endParaRPr lang="en-IN" sz="3200" b="1" dirty="0"/>
          </a:p>
          <a:p>
            <a:r>
              <a:rPr lang="en-IN" dirty="0"/>
              <a:t>Successfully detected fake Instagram accounts using KNN. </a:t>
            </a:r>
          </a:p>
          <a:p>
            <a:r>
              <a:rPr lang="en-IN" dirty="0"/>
              <a:t>Data visualization helped understand the dataset. </a:t>
            </a:r>
          </a:p>
          <a:p>
            <a:r>
              <a:rPr lang="en-IN" dirty="0"/>
              <a:t>KNN achieved satisfactory accuracy.</a:t>
            </a:r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00636D-D047-5AF2-1143-8CCAA48989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4765876" cy="4337613"/>
          </a:xfrm>
        </p:spPr>
        <p:txBody>
          <a:bodyPr/>
          <a:lstStyle/>
          <a:p>
            <a:pPr marL="0" indent="0">
              <a:buNone/>
            </a:pPr>
            <a:r>
              <a:rPr lang="en-IN" sz="3200" b="1" dirty="0"/>
              <a:t>Future Scope</a:t>
            </a:r>
          </a:p>
          <a:p>
            <a:pPr marL="0" indent="0">
              <a:buNone/>
            </a:pPr>
            <a:endParaRPr lang="en-IN" sz="3200" b="1" dirty="0"/>
          </a:p>
          <a:p>
            <a:r>
              <a:rPr lang="en-IN" dirty="0"/>
              <a:t>Collect larger datasets </a:t>
            </a:r>
          </a:p>
          <a:p>
            <a:r>
              <a:rPr lang="en-IN" dirty="0"/>
              <a:t>Balance the dataset </a:t>
            </a:r>
          </a:p>
          <a:p>
            <a:r>
              <a:rPr lang="en-IN" dirty="0"/>
              <a:t>Compare with other ML algorithms </a:t>
            </a:r>
          </a:p>
          <a:p>
            <a:r>
              <a:rPr lang="en-IN" dirty="0"/>
              <a:t>Build a real-time spam detection system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770398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4899" y="2971806"/>
            <a:ext cx="10071099" cy="1684150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32884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Academic Literature 16x9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F03431380.potx" id="{B573BD99-E105-4D2A-964B-B901A176567A}" vid="{B1D363B9-18DE-4874-9E2B-FD69B5C6548D}"/>
    </a:ext>
  </a:extLst>
</a:theme>
</file>

<file path=ppt/theme/theme2.xml><?xml version="1.0" encoding="utf-8"?>
<a:theme xmlns:a="http://schemas.openxmlformats.org/drawingml/2006/main" name="Office Theme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APDescription xmlns="4873beb7-5857-4685-be1f-d57550cc96cc" xsi:nil="true"/>
    <AssetExpire xmlns="4873beb7-5857-4685-be1f-d57550cc96cc">2029-01-01T08:00:00+00:00</AssetExpire>
    <CampaignTagsTaxHTField0 xmlns="4873beb7-5857-4685-be1f-d57550cc96cc">
      <Terms xmlns="http://schemas.microsoft.com/office/infopath/2007/PartnerControls"/>
    </CampaignTagsTaxHTField0>
    <IntlLangReviewDate xmlns="4873beb7-5857-4685-be1f-d57550cc96cc" xsi:nil="true"/>
    <TPFriendlyName xmlns="4873beb7-5857-4685-be1f-d57550cc96cc" xsi:nil="true"/>
    <IntlLangReview xmlns="4873beb7-5857-4685-be1f-d57550cc96cc">false</IntlLangReview>
    <LocLastLocAttemptVersionLookup xmlns="4873beb7-5857-4685-be1f-d57550cc96cc">855024</LocLastLocAttemptVersionLookup>
    <PolicheckWords xmlns="4873beb7-5857-4685-be1f-d57550cc96cc" xsi:nil="true"/>
    <SubmitterId xmlns="4873beb7-5857-4685-be1f-d57550cc96cc" xsi:nil="true"/>
    <AcquiredFrom xmlns="4873beb7-5857-4685-be1f-d57550cc96cc">Internal MS</AcquiredFrom>
    <EditorialStatus xmlns="4873beb7-5857-4685-be1f-d57550cc96cc">Complete</EditorialStatus>
    <Markets xmlns="4873beb7-5857-4685-be1f-d57550cc96cc"/>
    <OriginAsset xmlns="4873beb7-5857-4685-be1f-d57550cc96cc" xsi:nil="true"/>
    <AssetStart xmlns="4873beb7-5857-4685-be1f-d57550cc96cc">2012-08-31T08:50:00+00:00</AssetStart>
    <FriendlyTitle xmlns="4873beb7-5857-4685-be1f-d57550cc96cc" xsi:nil="true"/>
    <MarketSpecific xmlns="4873beb7-5857-4685-be1f-d57550cc96cc">false</MarketSpecific>
    <TPNamespace xmlns="4873beb7-5857-4685-be1f-d57550cc96cc" xsi:nil="true"/>
    <PublishStatusLookup xmlns="4873beb7-5857-4685-be1f-d57550cc96cc">
      <Value>1616423</Value>
    </PublishStatusLookup>
    <APAuthor xmlns="4873beb7-5857-4685-be1f-d57550cc96cc">
      <UserInfo>
        <DisplayName>REDMOND\kristaa</DisplayName>
        <AccountId>136</AccountId>
        <AccountType/>
      </UserInfo>
    </APAuthor>
    <TPCommandLine xmlns="4873beb7-5857-4685-be1f-d57550cc96cc" xsi:nil="true"/>
    <IntlLangReviewer xmlns="4873beb7-5857-4685-be1f-d57550cc96cc" xsi:nil="true"/>
    <OpenTemplate xmlns="4873beb7-5857-4685-be1f-d57550cc96cc">true</OpenTemplate>
    <CSXSubmissionDate xmlns="4873beb7-5857-4685-be1f-d57550cc96cc" xsi:nil="true"/>
    <TaxCatchAll xmlns="4873beb7-5857-4685-be1f-d57550cc96cc"/>
    <Manager xmlns="4873beb7-5857-4685-be1f-d57550cc96cc" xsi:nil="true"/>
    <NumericId xmlns="4873beb7-5857-4685-be1f-d57550cc96cc" xsi:nil="true"/>
    <ParentAssetId xmlns="4873beb7-5857-4685-be1f-d57550cc96cc" xsi:nil="true"/>
    <OriginalSourceMarket xmlns="4873beb7-5857-4685-be1f-d57550cc96cc" xsi:nil="true"/>
    <ApprovalStatus xmlns="4873beb7-5857-4685-be1f-d57550cc96cc">InProgress</ApprovalStatus>
    <TPComponent xmlns="4873beb7-5857-4685-be1f-d57550cc96cc" xsi:nil="true"/>
    <EditorialTags xmlns="4873beb7-5857-4685-be1f-d57550cc96cc" xsi:nil="true"/>
    <TPExecutable xmlns="4873beb7-5857-4685-be1f-d57550cc96cc" xsi:nil="true"/>
    <TPLaunchHelpLink xmlns="4873beb7-5857-4685-be1f-d57550cc96cc" xsi:nil="true"/>
    <LocComments xmlns="4873beb7-5857-4685-be1f-d57550cc96cc" xsi:nil="true"/>
    <LocRecommendedHandoff xmlns="4873beb7-5857-4685-be1f-d57550cc96cc" xsi:nil="true"/>
    <SourceTitle xmlns="4873beb7-5857-4685-be1f-d57550cc96cc" xsi:nil="true"/>
    <CSXUpdate xmlns="4873beb7-5857-4685-be1f-d57550cc96cc">false</CSXUpdate>
    <IntlLocPriority xmlns="4873beb7-5857-4685-be1f-d57550cc96cc" xsi:nil="true"/>
    <UAProjectedTotalWords xmlns="4873beb7-5857-4685-be1f-d57550cc96cc" xsi:nil="true"/>
    <AssetType xmlns="4873beb7-5857-4685-be1f-d57550cc96cc">TP</AssetType>
    <MachineTranslated xmlns="4873beb7-5857-4685-be1f-d57550cc96cc">false</MachineTranslated>
    <OutputCachingOn xmlns="4873beb7-5857-4685-be1f-d57550cc96cc">false</OutputCachingOn>
    <TemplateStatus xmlns="4873beb7-5857-4685-be1f-d57550cc96cc">Complete</TemplateStatus>
    <IsSearchable xmlns="4873beb7-5857-4685-be1f-d57550cc96cc">true</IsSearchable>
    <ContentItem xmlns="4873beb7-5857-4685-be1f-d57550cc96cc" xsi:nil="true"/>
    <HandoffToMSDN xmlns="4873beb7-5857-4685-be1f-d57550cc96cc" xsi:nil="true"/>
    <ShowIn xmlns="4873beb7-5857-4685-be1f-d57550cc96cc">Show everywhere</ShowIn>
    <ThumbnailAssetId xmlns="4873beb7-5857-4685-be1f-d57550cc96cc" xsi:nil="true"/>
    <UALocComments xmlns="4873beb7-5857-4685-be1f-d57550cc96cc" xsi:nil="true"/>
    <UALocRecommendation xmlns="4873beb7-5857-4685-be1f-d57550cc96cc">Localize</UALocRecommendation>
    <LastModifiedDateTime xmlns="4873beb7-5857-4685-be1f-d57550cc96cc" xsi:nil="true"/>
    <LegacyData xmlns="4873beb7-5857-4685-be1f-d57550cc96cc" xsi:nil="true"/>
    <LocManualTestRequired xmlns="4873beb7-5857-4685-be1f-d57550cc96cc">false</LocManualTestRequired>
    <LocMarketGroupTiers2 xmlns="4873beb7-5857-4685-be1f-d57550cc96cc" xsi:nil="true"/>
    <ClipArtFilename xmlns="4873beb7-5857-4685-be1f-d57550cc96cc" xsi:nil="true"/>
    <TPApplication xmlns="4873beb7-5857-4685-be1f-d57550cc96cc" xsi:nil="true"/>
    <CSXHash xmlns="4873beb7-5857-4685-be1f-d57550cc96cc" xsi:nil="true"/>
    <DirectSourceMarket xmlns="4873beb7-5857-4685-be1f-d57550cc96cc" xsi:nil="true"/>
    <PrimaryImageGen xmlns="4873beb7-5857-4685-be1f-d57550cc96cc">true</PrimaryImageGen>
    <PlannedPubDate xmlns="4873beb7-5857-4685-be1f-d57550cc96cc" xsi:nil="true"/>
    <CSXSubmissionMarket xmlns="4873beb7-5857-4685-be1f-d57550cc96cc" xsi:nil="true"/>
    <Downloads xmlns="4873beb7-5857-4685-be1f-d57550cc96cc">0</Downloads>
    <ArtSampleDocs xmlns="4873beb7-5857-4685-be1f-d57550cc96cc" xsi:nil="true"/>
    <TrustLevel xmlns="4873beb7-5857-4685-be1f-d57550cc96cc">1 Microsoft Managed Content</TrustLevel>
    <BlockPublish xmlns="4873beb7-5857-4685-be1f-d57550cc96cc">false</BlockPublish>
    <TPLaunchHelpLinkType xmlns="4873beb7-5857-4685-be1f-d57550cc96cc">Template</TPLaunchHelpLinkType>
    <LocalizationTagsTaxHTField0 xmlns="4873beb7-5857-4685-be1f-d57550cc96cc">
      <Terms xmlns="http://schemas.microsoft.com/office/infopath/2007/PartnerControls"/>
    </LocalizationTagsTaxHTField0>
    <BusinessGroup xmlns="4873beb7-5857-4685-be1f-d57550cc96cc" xsi:nil="true"/>
    <Providers xmlns="4873beb7-5857-4685-be1f-d57550cc96cc" xsi:nil="true"/>
    <TemplateTemplateType xmlns="4873beb7-5857-4685-be1f-d57550cc96cc">PowerPoint Presentation Template</TemplateTemplateType>
    <TimesCloned xmlns="4873beb7-5857-4685-be1f-d57550cc96cc" xsi:nil="true"/>
    <TPAppVersion xmlns="4873beb7-5857-4685-be1f-d57550cc96cc" xsi:nil="true"/>
    <VoteCount xmlns="4873beb7-5857-4685-be1f-d57550cc96cc" xsi:nil="true"/>
    <AverageRating xmlns="4873beb7-5857-4685-be1f-d57550cc96cc" xsi:nil="true"/>
    <FeatureTagsTaxHTField0 xmlns="4873beb7-5857-4685-be1f-d57550cc96cc">
      <Terms xmlns="http://schemas.microsoft.com/office/infopath/2007/PartnerControls"/>
    </FeatureTagsTaxHTField0>
    <Provider xmlns="4873beb7-5857-4685-be1f-d57550cc96cc" xsi:nil="true"/>
    <UACurrentWords xmlns="4873beb7-5857-4685-be1f-d57550cc96cc" xsi:nil="true"/>
    <AssetId xmlns="4873beb7-5857-4685-be1f-d57550cc96cc">TP103431361</AssetId>
    <TPClientViewer xmlns="4873beb7-5857-4685-be1f-d57550cc96cc" xsi:nil="true"/>
    <DSATActionTaken xmlns="4873beb7-5857-4685-be1f-d57550cc96cc" xsi:nil="true"/>
    <APEditor xmlns="4873beb7-5857-4685-be1f-d57550cc96cc">
      <UserInfo>
        <DisplayName/>
        <AccountId xsi:nil="true"/>
        <AccountType/>
      </UserInfo>
    </APEditor>
    <TPInstallLocation xmlns="4873beb7-5857-4685-be1f-d57550cc96cc" xsi:nil="true"/>
    <OOCacheId xmlns="4873beb7-5857-4685-be1f-d57550cc96cc" xsi:nil="true"/>
    <IsDeleted xmlns="4873beb7-5857-4685-be1f-d57550cc96cc">false</IsDeleted>
    <PublishTargets xmlns="4873beb7-5857-4685-be1f-d57550cc96cc">OfficeOnlineVNext</PublishTargets>
    <ApprovalLog xmlns="4873beb7-5857-4685-be1f-d57550cc96cc" xsi:nil="true"/>
    <BugNumber xmlns="4873beb7-5857-4685-be1f-d57550cc96cc" xsi:nil="true"/>
    <CrawlForDependencies xmlns="4873beb7-5857-4685-be1f-d57550cc96cc">false</CrawlForDependencies>
    <InternalTagsTaxHTField0 xmlns="4873beb7-5857-4685-be1f-d57550cc96cc">
      <Terms xmlns="http://schemas.microsoft.com/office/infopath/2007/PartnerControls"/>
    </InternalTagsTaxHTField0>
    <LastHandOff xmlns="4873beb7-5857-4685-be1f-d57550cc96cc" xsi:nil="true"/>
    <Milestone xmlns="4873beb7-5857-4685-be1f-d57550cc96cc" xsi:nil="true"/>
    <OriginalRelease xmlns="4873beb7-5857-4685-be1f-d57550cc96cc">15</OriginalRelease>
    <RecommendationsModifier xmlns="4873beb7-5857-4685-be1f-d57550cc96cc" xsi:nil="true"/>
    <ScenarioTagsTaxHTField0 xmlns="4873beb7-5857-4685-be1f-d57550cc96cc">
      <Terms xmlns="http://schemas.microsoft.com/office/infopath/2007/PartnerControls"/>
    </ScenarioTagsTaxHTField0>
    <UANotes xmlns="4873beb7-5857-4685-be1f-d57550cc96cc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8CDDBB83-77C1-4099-A0AA-289882E745E2}">
  <ds:schemaRefs>
    <ds:schemaRef ds:uri="http://purl.org/dc/elements/1.1/"/>
    <ds:schemaRef ds:uri="http://schemas.microsoft.com/office/2006/metadata/properties"/>
    <ds:schemaRef ds:uri="4873beb7-5857-4685-be1f-d57550cc96cc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28C8B9CA-0273-4370-889A-FC05DA5C2FA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61E720F-F05D-4536-9C34-0CFCED65D3B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Instagram Spam Detection Using Machine Learning</Template>
  <TotalTime>0</TotalTime>
  <Words>798</Words>
  <Application>Microsoft Office PowerPoint</Application>
  <PresentationFormat>Widescreen</PresentationFormat>
  <Paragraphs>172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Euphemia</vt:lpstr>
      <vt:lpstr>Plantagenet Cherokee</vt:lpstr>
      <vt:lpstr>Wingdings</vt:lpstr>
      <vt:lpstr>Academic Literature 16x9</vt:lpstr>
      <vt:lpstr>Instagram Spam Detection Using Machine Learning</vt:lpstr>
      <vt:lpstr>PowerPoint Presentation</vt:lpstr>
      <vt:lpstr>Problem Statement &amp; Objective</vt:lpstr>
      <vt:lpstr>Dataset Features</vt:lpstr>
      <vt:lpstr>Exploratory Data Analysis (EDA)</vt:lpstr>
      <vt:lpstr>Machine Learning Process</vt:lpstr>
      <vt:lpstr>K-Nearest Neighbours (KNN) Algorithm</vt:lpstr>
      <vt:lpstr>Results</vt:lpstr>
      <vt:lpstr>Advantages &amp; Limitations</vt:lpstr>
      <vt:lpstr>Conclusion &amp; Future Scope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Dhruva Mishra</dc:creator>
  <cp:lastModifiedBy>Dhruva Mishra</cp:lastModifiedBy>
  <cp:revision>1</cp:revision>
  <dcterms:created xsi:type="dcterms:W3CDTF">2026-07-15T19:45:17Z</dcterms:created>
  <dcterms:modified xsi:type="dcterms:W3CDTF">2026-07-15T19:45:35Z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0x0101006EDDDB5EE6D98C44930B742096920B300400F5B6D36B3EF94B4E9A635CDF2A18F5B8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